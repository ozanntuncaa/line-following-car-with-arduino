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8" r:id="rId2"/>
    <p:sldId id="259" r:id="rId3"/>
    <p:sldId id="260" r:id="rId4"/>
    <p:sldId id="261" r:id="rId5"/>
    <p:sldId id="262" r:id="rId6"/>
    <p:sldId id="263" r:id="rId7"/>
    <p:sldId id="264" r:id="rId8"/>
    <p:sldId id="265" r:id="rId9"/>
    <p:sldId id="266" r:id="rId10"/>
    <p:sldId id="267" r:id="rId1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1" d="100"/>
          <a:sy n="111" d="100"/>
        </p:scale>
        <p:origin x="48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4F8A95-F35A-4008-A882-93382514895B}" type="datetimeFigureOut">
              <a:rPr lang="tr-TR" smtClean="0"/>
              <a:t>16.02.2026</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26220D-389B-4CB6-BDEF-EA593312FF57}" type="slidenum">
              <a:rPr lang="tr-TR" smtClean="0"/>
              <a:t>‹#›</a:t>
            </a:fld>
            <a:endParaRPr lang="tr-TR"/>
          </a:p>
        </p:txBody>
      </p:sp>
    </p:spTree>
    <p:extLst>
      <p:ext uri="{BB962C8B-B14F-4D97-AF65-F5344CB8AC3E}">
        <p14:creationId xmlns:p14="http://schemas.microsoft.com/office/powerpoint/2010/main" val="997509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4"/>
        <p:cNvGrpSpPr/>
        <p:nvPr/>
      </p:nvGrpSpPr>
      <p:grpSpPr>
        <a:xfrm>
          <a:off x="0" y="0"/>
          <a:ext cx="0" cy="0"/>
          <a:chOff x="0" y="0"/>
          <a:chExt cx="0" cy="0"/>
        </a:xfrm>
      </p:grpSpPr>
      <p:sp>
        <p:nvSpPr>
          <p:cNvPr id="1405" name="Google Shape;1405;g124ca15033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6" name="Google Shape;1406;g124ca15033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66043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7"/>
        <p:cNvGrpSpPr/>
        <p:nvPr/>
      </p:nvGrpSpPr>
      <p:grpSpPr>
        <a:xfrm>
          <a:off x="0" y="0"/>
          <a:ext cx="0" cy="0"/>
          <a:chOff x="0" y="0"/>
          <a:chExt cx="0" cy="0"/>
        </a:xfrm>
      </p:grpSpPr>
      <p:sp>
        <p:nvSpPr>
          <p:cNvPr id="1418" name="Google Shape;1418;g11b20512f6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9" name="Google Shape;1419;g11b20512f6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5178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6"/>
        <p:cNvGrpSpPr/>
        <p:nvPr/>
      </p:nvGrpSpPr>
      <p:grpSpPr>
        <a:xfrm>
          <a:off x="0" y="0"/>
          <a:ext cx="0" cy="0"/>
          <a:chOff x="0" y="0"/>
          <a:chExt cx="0" cy="0"/>
        </a:xfrm>
      </p:grpSpPr>
      <p:sp>
        <p:nvSpPr>
          <p:cNvPr id="1427" name="Google Shape;1427;g11b20512f71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8" name="Google Shape;1428;g11b20512f71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9601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3"/>
        <p:cNvGrpSpPr/>
        <p:nvPr/>
      </p:nvGrpSpPr>
      <p:grpSpPr>
        <a:xfrm>
          <a:off x="0" y="0"/>
          <a:ext cx="0" cy="0"/>
          <a:chOff x="0" y="0"/>
          <a:chExt cx="0" cy="0"/>
        </a:xfrm>
      </p:grpSpPr>
      <p:sp>
        <p:nvSpPr>
          <p:cNvPr id="1444" name="Google Shape;1444;g11b20512f71_0_5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5" name="Google Shape;1445;g11b20512f71_0_5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8182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9"/>
        <p:cNvGrpSpPr/>
        <p:nvPr/>
      </p:nvGrpSpPr>
      <p:grpSpPr>
        <a:xfrm>
          <a:off x="0" y="0"/>
          <a:ext cx="0" cy="0"/>
          <a:chOff x="0" y="0"/>
          <a:chExt cx="0" cy="0"/>
        </a:xfrm>
      </p:grpSpPr>
      <p:sp>
        <p:nvSpPr>
          <p:cNvPr id="1450" name="Google Shape;1450;g11b20512f71_0_1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1" name="Google Shape;1451;g11b20512f71_0_1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7268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g11b20512f71_0_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11b20512f71_0_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5971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3"/>
        <p:cNvGrpSpPr/>
        <p:nvPr/>
      </p:nvGrpSpPr>
      <p:grpSpPr>
        <a:xfrm>
          <a:off x="0" y="0"/>
          <a:ext cx="0" cy="0"/>
          <a:chOff x="0" y="0"/>
          <a:chExt cx="0" cy="0"/>
        </a:xfrm>
      </p:grpSpPr>
      <p:sp>
        <p:nvSpPr>
          <p:cNvPr id="1464" name="Google Shape;1464;g11b20512f71_0_4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 name="Google Shape;1465;g11b20512f71_0_4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23719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g12511172e7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8" name="Google Shape;1478;g12511172e7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0766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3"/>
        <p:cNvGrpSpPr/>
        <p:nvPr/>
      </p:nvGrpSpPr>
      <p:grpSpPr>
        <a:xfrm>
          <a:off x="0" y="0"/>
          <a:ext cx="0" cy="0"/>
          <a:chOff x="0" y="0"/>
          <a:chExt cx="0" cy="0"/>
        </a:xfrm>
      </p:grpSpPr>
      <p:sp>
        <p:nvSpPr>
          <p:cNvPr id="1484" name="Google Shape;1484;g12511172e7b_0_6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5" name="Google Shape;1485;g12511172e7b_0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2399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6"/>
        <p:cNvGrpSpPr/>
        <p:nvPr/>
      </p:nvGrpSpPr>
      <p:grpSpPr>
        <a:xfrm>
          <a:off x="0" y="0"/>
          <a:ext cx="0" cy="0"/>
          <a:chOff x="0" y="0"/>
          <a:chExt cx="0" cy="0"/>
        </a:xfrm>
      </p:grpSpPr>
      <p:sp>
        <p:nvSpPr>
          <p:cNvPr id="1497" name="Google Shape;1497;g12256acf451_0_102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8" name="Google Shape;1498;g12256acf451_0_102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51572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60000" y="1415251"/>
            <a:ext cx="10272000" cy="2240000"/>
          </a:xfrm>
          <a:prstGeom prst="rect">
            <a:avLst/>
          </a:prstGeom>
        </p:spPr>
        <p:txBody>
          <a:bodyPr spcFirstLastPara="1" wrap="square" lIns="91425" tIns="91425" rIns="91425" bIns="91425" anchor="ctr" anchorCtr="0">
            <a:noAutofit/>
          </a:bodyPr>
          <a:lstStyle>
            <a:lvl1pPr lvl="0" algn="ctr">
              <a:spcBef>
                <a:spcPts val="0"/>
              </a:spcBef>
              <a:spcAft>
                <a:spcPts val="0"/>
              </a:spcAft>
              <a:buSzPts val="5200"/>
              <a:buNone/>
              <a:defRPr sz="6000">
                <a:latin typeface="Krona One"/>
                <a:ea typeface="Krona One"/>
                <a:cs typeface="Krona One"/>
                <a:sym typeface="Krona One"/>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3014400" y="3807551"/>
            <a:ext cx="6163200" cy="546800"/>
          </a:xfrm>
          <a:prstGeom prst="rect">
            <a:avLst/>
          </a:prstGeom>
          <a:noFill/>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2400">
                <a:solidFill>
                  <a:schemeClr val="dk1"/>
                </a:solidFill>
                <a:latin typeface="Jost"/>
                <a:ea typeface="Jost"/>
                <a:cs typeface="Jost"/>
                <a:sym typeface="Jost"/>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grpSp>
        <p:nvGrpSpPr>
          <p:cNvPr id="12" name="Google Shape;12;p2"/>
          <p:cNvGrpSpPr/>
          <p:nvPr/>
        </p:nvGrpSpPr>
        <p:grpSpPr>
          <a:xfrm>
            <a:off x="599767" y="1467"/>
            <a:ext cx="10992167" cy="760533"/>
            <a:chOff x="449825" y="1100"/>
            <a:chExt cx="8244125" cy="570400"/>
          </a:xfrm>
        </p:grpSpPr>
        <p:sp>
          <p:nvSpPr>
            <p:cNvPr id="13" name="Google Shape;13;p2"/>
            <p:cNvSpPr/>
            <p:nvPr/>
          </p:nvSpPr>
          <p:spPr>
            <a:xfrm flipH="1">
              <a:off x="450250" y="503400"/>
              <a:ext cx="8243700" cy="68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nvGrpSpPr>
            <p:cNvPr id="14" name="Google Shape;14;p2"/>
            <p:cNvGrpSpPr/>
            <p:nvPr/>
          </p:nvGrpSpPr>
          <p:grpSpPr>
            <a:xfrm flipH="1">
              <a:off x="449825" y="1100"/>
              <a:ext cx="8244106" cy="515409"/>
              <a:chOff x="720050" y="0"/>
              <a:chExt cx="7704052" cy="481646"/>
            </a:xfrm>
          </p:grpSpPr>
          <p:sp>
            <p:nvSpPr>
              <p:cNvPr id="15" name="Google Shape;15;p2"/>
              <p:cNvSpPr/>
              <p:nvPr/>
            </p:nvSpPr>
            <p:spPr>
              <a:xfrm>
                <a:off x="720050"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6" name="Google Shape;16;p2"/>
              <p:cNvSpPr/>
              <p:nvPr/>
            </p:nvSpPr>
            <p:spPr>
              <a:xfrm>
                <a:off x="960793"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7" name="Google Shape;17;p2"/>
              <p:cNvSpPr/>
              <p:nvPr/>
            </p:nvSpPr>
            <p:spPr>
              <a:xfrm>
                <a:off x="120153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8" name="Google Shape;18;p2"/>
              <p:cNvSpPr/>
              <p:nvPr/>
            </p:nvSpPr>
            <p:spPr>
              <a:xfrm>
                <a:off x="1442280"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9" name="Google Shape;19;p2"/>
              <p:cNvSpPr/>
              <p:nvPr/>
            </p:nvSpPr>
            <p:spPr>
              <a:xfrm>
                <a:off x="168302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0" name="Google Shape;20;p2"/>
              <p:cNvSpPr/>
              <p:nvPr/>
            </p:nvSpPr>
            <p:spPr>
              <a:xfrm>
                <a:off x="1923767"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1" name="Google Shape;21;p2"/>
              <p:cNvSpPr/>
              <p:nvPr/>
            </p:nvSpPr>
            <p:spPr>
              <a:xfrm>
                <a:off x="216451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2" name="Google Shape;22;p2"/>
              <p:cNvSpPr/>
              <p:nvPr/>
            </p:nvSpPr>
            <p:spPr>
              <a:xfrm>
                <a:off x="2405254"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3" name="Google Shape;23;p2"/>
              <p:cNvSpPr/>
              <p:nvPr/>
            </p:nvSpPr>
            <p:spPr>
              <a:xfrm>
                <a:off x="264599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4" name="Google Shape;24;p2"/>
              <p:cNvSpPr/>
              <p:nvPr/>
            </p:nvSpPr>
            <p:spPr>
              <a:xfrm>
                <a:off x="2886741"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5" name="Google Shape;25;p2"/>
              <p:cNvSpPr/>
              <p:nvPr/>
            </p:nvSpPr>
            <p:spPr>
              <a:xfrm>
                <a:off x="312748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6" name="Google Shape;26;p2"/>
              <p:cNvSpPr/>
              <p:nvPr/>
            </p:nvSpPr>
            <p:spPr>
              <a:xfrm>
                <a:off x="336822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27;p2"/>
              <p:cNvSpPr/>
              <p:nvPr/>
            </p:nvSpPr>
            <p:spPr>
              <a:xfrm>
                <a:off x="360897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8" name="Google Shape;28;p2"/>
              <p:cNvSpPr/>
              <p:nvPr/>
            </p:nvSpPr>
            <p:spPr>
              <a:xfrm>
                <a:off x="3849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9" name="Google Shape;29;p2"/>
              <p:cNvSpPr/>
              <p:nvPr/>
            </p:nvSpPr>
            <p:spPr>
              <a:xfrm>
                <a:off x="4090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0" name="Google Shape;30;p2"/>
              <p:cNvSpPr/>
              <p:nvPr/>
            </p:nvSpPr>
            <p:spPr>
              <a:xfrm>
                <a:off x="720050"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1" name="Google Shape;31;p2"/>
              <p:cNvSpPr/>
              <p:nvPr/>
            </p:nvSpPr>
            <p:spPr>
              <a:xfrm>
                <a:off x="960793"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2" name="Google Shape;32;p2"/>
              <p:cNvSpPr/>
              <p:nvPr/>
            </p:nvSpPr>
            <p:spPr>
              <a:xfrm>
                <a:off x="120153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3" name="Google Shape;33;p2"/>
              <p:cNvSpPr/>
              <p:nvPr/>
            </p:nvSpPr>
            <p:spPr>
              <a:xfrm>
                <a:off x="1442280"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4" name="Google Shape;34;p2"/>
              <p:cNvSpPr/>
              <p:nvPr/>
            </p:nvSpPr>
            <p:spPr>
              <a:xfrm>
                <a:off x="168302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5" name="Google Shape;35;p2"/>
              <p:cNvSpPr/>
              <p:nvPr/>
            </p:nvSpPr>
            <p:spPr>
              <a:xfrm>
                <a:off x="1923767"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6" name="Google Shape;36;p2"/>
              <p:cNvSpPr/>
              <p:nvPr/>
            </p:nvSpPr>
            <p:spPr>
              <a:xfrm>
                <a:off x="216451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7" name="Google Shape;37;p2"/>
              <p:cNvSpPr/>
              <p:nvPr/>
            </p:nvSpPr>
            <p:spPr>
              <a:xfrm>
                <a:off x="2405254"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8" name="Google Shape;38;p2"/>
              <p:cNvSpPr/>
              <p:nvPr/>
            </p:nvSpPr>
            <p:spPr>
              <a:xfrm>
                <a:off x="264599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9" name="Google Shape;39;p2"/>
              <p:cNvSpPr/>
              <p:nvPr/>
            </p:nvSpPr>
            <p:spPr>
              <a:xfrm>
                <a:off x="2886741"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0" name="Google Shape;40;p2"/>
              <p:cNvSpPr/>
              <p:nvPr/>
            </p:nvSpPr>
            <p:spPr>
              <a:xfrm>
                <a:off x="312748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1" name="Google Shape;41;p2"/>
              <p:cNvSpPr/>
              <p:nvPr/>
            </p:nvSpPr>
            <p:spPr>
              <a:xfrm>
                <a:off x="336822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2" name="Google Shape;42;p2"/>
              <p:cNvSpPr/>
              <p:nvPr/>
            </p:nvSpPr>
            <p:spPr>
              <a:xfrm>
                <a:off x="360897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3" name="Google Shape;43;p2"/>
              <p:cNvSpPr/>
              <p:nvPr/>
            </p:nvSpPr>
            <p:spPr>
              <a:xfrm>
                <a:off x="3849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4" name="Google Shape;44;p2"/>
              <p:cNvSpPr/>
              <p:nvPr/>
            </p:nvSpPr>
            <p:spPr>
              <a:xfrm>
                <a:off x="4090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5" name="Google Shape;45;p2"/>
              <p:cNvSpPr/>
              <p:nvPr/>
            </p:nvSpPr>
            <p:spPr>
              <a:xfrm>
                <a:off x="433130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6" name="Google Shape;46;p2"/>
              <p:cNvSpPr/>
              <p:nvPr/>
            </p:nvSpPr>
            <p:spPr>
              <a:xfrm>
                <a:off x="457205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7" name="Google Shape;47;p2"/>
              <p:cNvSpPr/>
              <p:nvPr/>
            </p:nvSpPr>
            <p:spPr>
              <a:xfrm>
                <a:off x="481279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8" name="Google Shape;48;p2"/>
              <p:cNvSpPr/>
              <p:nvPr/>
            </p:nvSpPr>
            <p:spPr>
              <a:xfrm>
                <a:off x="505353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9" name="Google Shape;49;p2"/>
              <p:cNvSpPr/>
              <p:nvPr/>
            </p:nvSpPr>
            <p:spPr>
              <a:xfrm>
                <a:off x="529428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0" name="Google Shape;50;p2"/>
              <p:cNvSpPr/>
              <p:nvPr/>
            </p:nvSpPr>
            <p:spPr>
              <a:xfrm>
                <a:off x="5535025"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1" name="Google Shape;51;p2"/>
              <p:cNvSpPr/>
              <p:nvPr/>
            </p:nvSpPr>
            <p:spPr>
              <a:xfrm>
                <a:off x="577576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2" name="Google Shape;52;p2"/>
              <p:cNvSpPr/>
              <p:nvPr/>
            </p:nvSpPr>
            <p:spPr>
              <a:xfrm>
                <a:off x="6016512"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3" name="Google Shape;53;p2"/>
              <p:cNvSpPr/>
              <p:nvPr/>
            </p:nvSpPr>
            <p:spPr>
              <a:xfrm>
                <a:off x="625725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4" name="Google Shape;54;p2"/>
              <p:cNvSpPr/>
              <p:nvPr/>
            </p:nvSpPr>
            <p:spPr>
              <a:xfrm>
                <a:off x="6497999"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5" name="Google Shape;55;p2"/>
              <p:cNvSpPr/>
              <p:nvPr/>
            </p:nvSpPr>
            <p:spPr>
              <a:xfrm>
                <a:off x="673874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6" name="Google Shape;56;p2"/>
              <p:cNvSpPr/>
              <p:nvPr/>
            </p:nvSpPr>
            <p:spPr>
              <a:xfrm>
                <a:off x="6979486"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7" name="Google Shape;57;p2"/>
              <p:cNvSpPr/>
              <p:nvPr/>
            </p:nvSpPr>
            <p:spPr>
              <a:xfrm>
                <a:off x="722022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8" name="Google Shape;58;p2"/>
              <p:cNvSpPr/>
              <p:nvPr/>
            </p:nvSpPr>
            <p:spPr>
              <a:xfrm>
                <a:off x="7460973"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9" name="Google Shape;59;p2"/>
              <p:cNvSpPr/>
              <p:nvPr/>
            </p:nvSpPr>
            <p:spPr>
              <a:xfrm>
                <a:off x="433130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0" name="Google Shape;60;p2"/>
              <p:cNvSpPr/>
              <p:nvPr/>
            </p:nvSpPr>
            <p:spPr>
              <a:xfrm>
                <a:off x="457205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1" name="Google Shape;61;p2"/>
              <p:cNvSpPr/>
              <p:nvPr/>
            </p:nvSpPr>
            <p:spPr>
              <a:xfrm>
                <a:off x="481279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2" name="Google Shape;62;p2"/>
              <p:cNvSpPr/>
              <p:nvPr/>
            </p:nvSpPr>
            <p:spPr>
              <a:xfrm>
                <a:off x="505353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3" name="Google Shape;63;p2"/>
              <p:cNvSpPr/>
              <p:nvPr/>
            </p:nvSpPr>
            <p:spPr>
              <a:xfrm>
                <a:off x="529428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4" name="Google Shape;64;p2"/>
              <p:cNvSpPr/>
              <p:nvPr/>
            </p:nvSpPr>
            <p:spPr>
              <a:xfrm>
                <a:off x="5535025"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5" name="Google Shape;65;p2"/>
              <p:cNvSpPr/>
              <p:nvPr/>
            </p:nvSpPr>
            <p:spPr>
              <a:xfrm>
                <a:off x="577576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6" name="Google Shape;66;p2"/>
              <p:cNvSpPr/>
              <p:nvPr/>
            </p:nvSpPr>
            <p:spPr>
              <a:xfrm>
                <a:off x="6016512"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7" name="Google Shape;67;p2"/>
              <p:cNvSpPr/>
              <p:nvPr/>
            </p:nvSpPr>
            <p:spPr>
              <a:xfrm>
                <a:off x="625725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8" name="Google Shape;68;p2"/>
              <p:cNvSpPr/>
              <p:nvPr/>
            </p:nvSpPr>
            <p:spPr>
              <a:xfrm>
                <a:off x="6497999"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9" name="Google Shape;69;p2"/>
              <p:cNvSpPr/>
              <p:nvPr/>
            </p:nvSpPr>
            <p:spPr>
              <a:xfrm>
                <a:off x="673874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0" name="Google Shape;70;p2"/>
              <p:cNvSpPr/>
              <p:nvPr/>
            </p:nvSpPr>
            <p:spPr>
              <a:xfrm>
                <a:off x="6979486"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1" name="Google Shape;71;p2"/>
              <p:cNvSpPr/>
              <p:nvPr/>
            </p:nvSpPr>
            <p:spPr>
              <a:xfrm>
                <a:off x="722022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2" name="Google Shape;72;p2"/>
              <p:cNvSpPr/>
              <p:nvPr/>
            </p:nvSpPr>
            <p:spPr>
              <a:xfrm>
                <a:off x="7460973"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3" name="Google Shape;73;p2"/>
              <p:cNvSpPr/>
              <p:nvPr/>
            </p:nvSpPr>
            <p:spPr>
              <a:xfrm>
                <a:off x="7701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4" name="Google Shape;74;p2"/>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5" name="Google Shape;75;p2"/>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6" name="Google Shape;76;p2"/>
              <p:cNvSpPr/>
              <p:nvPr/>
            </p:nvSpPr>
            <p:spPr>
              <a:xfrm>
                <a:off x="7701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7" name="Google Shape;77;p2"/>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8" name="Google Shape;78;p2"/>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79" name="Google Shape;79;p2"/>
          <p:cNvGrpSpPr/>
          <p:nvPr/>
        </p:nvGrpSpPr>
        <p:grpSpPr>
          <a:xfrm rot="10800000" flipH="1">
            <a:off x="11591933" y="0"/>
            <a:ext cx="622400" cy="6858000"/>
            <a:chOff x="-16750" y="0"/>
            <a:chExt cx="466800" cy="5143500"/>
          </a:xfrm>
        </p:grpSpPr>
        <p:sp>
          <p:nvSpPr>
            <p:cNvPr id="80" name="Google Shape;80;p2"/>
            <p:cNvSpPr/>
            <p:nvPr/>
          </p:nvSpPr>
          <p:spPr>
            <a:xfrm>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81;p2"/>
            <p:cNvSpPr/>
            <p:nvPr/>
          </p:nvSpPr>
          <p:spPr>
            <a:xfrm>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82;p2"/>
            <p:cNvSpPr/>
            <p:nvPr/>
          </p:nvSpPr>
          <p:spPr>
            <a:xfrm>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83;p2"/>
            <p:cNvSpPr/>
            <p:nvPr/>
          </p:nvSpPr>
          <p:spPr>
            <a:xfrm>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84;p2"/>
            <p:cNvSpPr/>
            <p:nvPr/>
          </p:nvSpPr>
          <p:spPr>
            <a:xfrm>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5" name="Google Shape;85;p2"/>
            <p:cNvSpPr/>
            <p:nvPr/>
          </p:nvSpPr>
          <p:spPr>
            <a:xfrm>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6" name="Google Shape;86;p2"/>
            <p:cNvSpPr/>
            <p:nvPr/>
          </p:nvSpPr>
          <p:spPr>
            <a:xfrm>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7" name="Google Shape;87;p2"/>
            <p:cNvSpPr/>
            <p:nvPr/>
          </p:nvSpPr>
          <p:spPr>
            <a:xfrm>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8" name="Google Shape;88;p2"/>
            <p:cNvSpPr/>
            <p:nvPr/>
          </p:nvSpPr>
          <p:spPr>
            <a:xfrm>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89" name="Google Shape;89;p2"/>
          <p:cNvGrpSpPr/>
          <p:nvPr/>
        </p:nvGrpSpPr>
        <p:grpSpPr>
          <a:xfrm>
            <a:off x="-22333" y="0"/>
            <a:ext cx="622400" cy="6858000"/>
            <a:chOff x="-16750" y="0"/>
            <a:chExt cx="466800" cy="5143500"/>
          </a:xfrm>
        </p:grpSpPr>
        <p:sp>
          <p:nvSpPr>
            <p:cNvPr id="90" name="Google Shape;90;p2"/>
            <p:cNvSpPr/>
            <p:nvPr/>
          </p:nvSpPr>
          <p:spPr>
            <a:xfrm rot="10800000" flipH="1">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91" name="Google Shape;91;p2"/>
            <p:cNvSpPr/>
            <p:nvPr/>
          </p:nvSpPr>
          <p:spPr>
            <a:xfrm rot="10800000" flipH="1">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92" name="Google Shape;92;p2"/>
            <p:cNvSpPr/>
            <p:nvPr/>
          </p:nvSpPr>
          <p:spPr>
            <a:xfrm rot="10800000" flipH="1">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93" name="Google Shape;93;p2"/>
            <p:cNvSpPr/>
            <p:nvPr/>
          </p:nvSpPr>
          <p:spPr>
            <a:xfrm rot="10800000" flipH="1">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94" name="Google Shape;94;p2"/>
            <p:cNvSpPr/>
            <p:nvPr/>
          </p:nvSpPr>
          <p:spPr>
            <a:xfrm rot="10800000" flipH="1">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95" name="Google Shape;95;p2"/>
            <p:cNvSpPr/>
            <p:nvPr/>
          </p:nvSpPr>
          <p:spPr>
            <a:xfrm rot="10800000" flipH="1">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96" name="Google Shape;96;p2"/>
            <p:cNvSpPr/>
            <p:nvPr/>
          </p:nvSpPr>
          <p:spPr>
            <a:xfrm rot="10800000" flipH="1">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97" name="Google Shape;97;p2"/>
            <p:cNvSpPr/>
            <p:nvPr/>
          </p:nvSpPr>
          <p:spPr>
            <a:xfrm rot="10800000" flipH="1">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98" name="Google Shape;98;p2"/>
            <p:cNvSpPr/>
            <p:nvPr/>
          </p:nvSpPr>
          <p:spPr>
            <a:xfrm rot="10800000" flipH="1">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spTree>
    <p:extLst>
      <p:ext uri="{BB962C8B-B14F-4D97-AF65-F5344CB8AC3E}">
        <p14:creationId xmlns:p14="http://schemas.microsoft.com/office/powerpoint/2010/main" val="16728855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9"/>
        <p:cNvGrpSpPr/>
        <p:nvPr/>
      </p:nvGrpSpPr>
      <p:grpSpPr>
        <a:xfrm>
          <a:off x="0" y="0"/>
          <a:ext cx="0" cy="0"/>
          <a:chOff x="0" y="0"/>
          <a:chExt cx="0" cy="0"/>
        </a:xfrm>
      </p:grpSpPr>
      <p:grpSp>
        <p:nvGrpSpPr>
          <p:cNvPr id="100" name="Google Shape;100;p3"/>
          <p:cNvGrpSpPr/>
          <p:nvPr/>
        </p:nvGrpSpPr>
        <p:grpSpPr>
          <a:xfrm>
            <a:off x="599767" y="1467"/>
            <a:ext cx="10992167" cy="760533"/>
            <a:chOff x="449825" y="1100"/>
            <a:chExt cx="8244125" cy="570400"/>
          </a:xfrm>
        </p:grpSpPr>
        <p:sp>
          <p:nvSpPr>
            <p:cNvPr id="101" name="Google Shape;101;p3"/>
            <p:cNvSpPr/>
            <p:nvPr/>
          </p:nvSpPr>
          <p:spPr>
            <a:xfrm flipH="1">
              <a:off x="450250" y="503400"/>
              <a:ext cx="8243700" cy="68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nvGrpSpPr>
            <p:cNvPr id="102" name="Google Shape;102;p3"/>
            <p:cNvGrpSpPr/>
            <p:nvPr/>
          </p:nvGrpSpPr>
          <p:grpSpPr>
            <a:xfrm flipH="1">
              <a:off x="449825" y="1100"/>
              <a:ext cx="8244106" cy="515409"/>
              <a:chOff x="720050" y="0"/>
              <a:chExt cx="7704052" cy="481646"/>
            </a:xfrm>
          </p:grpSpPr>
          <p:sp>
            <p:nvSpPr>
              <p:cNvPr id="103" name="Google Shape;103;p3"/>
              <p:cNvSpPr/>
              <p:nvPr/>
            </p:nvSpPr>
            <p:spPr>
              <a:xfrm>
                <a:off x="720050"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04" name="Google Shape;104;p3"/>
              <p:cNvSpPr/>
              <p:nvPr/>
            </p:nvSpPr>
            <p:spPr>
              <a:xfrm>
                <a:off x="960793"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05" name="Google Shape;105;p3"/>
              <p:cNvSpPr/>
              <p:nvPr/>
            </p:nvSpPr>
            <p:spPr>
              <a:xfrm>
                <a:off x="120153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06" name="Google Shape;106;p3"/>
              <p:cNvSpPr/>
              <p:nvPr/>
            </p:nvSpPr>
            <p:spPr>
              <a:xfrm>
                <a:off x="1442280"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07" name="Google Shape;107;p3"/>
              <p:cNvSpPr/>
              <p:nvPr/>
            </p:nvSpPr>
            <p:spPr>
              <a:xfrm>
                <a:off x="168302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08" name="Google Shape;108;p3"/>
              <p:cNvSpPr/>
              <p:nvPr/>
            </p:nvSpPr>
            <p:spPr>
              <a:xfrm>
                <a:off x="1923767"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09" name="Google Shape;109;p3"/>
              <p:cNvSpPr/>
              <p:nvPr/>
            </p:nvSpPr>
            <p:spPr>
              <a:xfrm>
                <a:off x="216451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0" name="Google Shape;110;p3"/>
              <p:cNvSpPr/>
              <p:nvPr/>
            </p:nvSpPr>
            <p:spPr>
              <a:xfrm>
                <a:off x="2405254"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1" name="Google Shape;111;p3"/>
              <p:cNvSpPr/>
              <p:nvPr/>
            </p:nvSpPr>
            <p:spPr>
              <a:xfrm>
                <a:off x="264599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2" name="Google Shape;112;p3"/>
              <p:cNvSpPr/>
              <p:nvPr/>
            </p:nvSpPr>
            <p:spPr>
              <a:xfrm>
                <a:off x="2886741"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3" name="Google Shape;113;p3"/>
              <p:cNvSpPr/>
              <p:nvPr/>
            </p:nvSpPr>
            <p:spPr>
              <a:xfrm>
                <a:off x="312748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4" name="Google Shape;114;p3"/>
              <p:cNvSpPr/>
              <p:nvPr/>
            </p:nvSpPr>
            <p:spPr>
              <a:xfrm>
                <a:off x="336822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5" name="Google Shape;115;p3"/>
              <p:cNvSpPr/>
              <p:nvPr/>
            </p:nvSpPr>
            <p:spPr>
              <a:xfrm>
                <a:off x="360897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6" name="Google Shape;116;p3"/>
              <p:cNvSpPr/>
              <p:nvPr/>
            </p:nvSpPr>
            <p:spPr>
              <a:xfrm>
                <a:off x="3849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7" name="Google Shape;117;p3"/>
              <p:cNvSpPr/>
              <p:nvPr/>
            </p:nvSpPr>
            <p:spPr>
              <a:xfrm>
                <a:off x="4090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8" name="Google Shape;118;p3"/>
              <p:cNvSpPr/>
              <p:nvPr/>
            </p:nvSpPr>
            <p:spPr>
              <a:xfrm>
                <a:off x="720050"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9" name="Google Shape;119;p3"/>
              <p:cNvSpPr/>
              <p:nvPr/>
            </p:nvSpPr>
            <p:spPr>
              <a:xfrm>
                <a:off x="960793"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0" name="Google Shape;120;p3"/>
              <p:cNvSpPr/>
              <p:nvPr/>
            </p:nvSpPr>
            <p:spPr>
              <a:xfrm>
                <a:off x="120153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1" name="Google Shape;121;p3"/>
              <p:cNvSpPr/>
              <p:nvPr/>
            </p:nvSpPr>
            <p:spPr>
              <a:xfrm>
                <a:off x="1442280"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2" name="Google Shape;122;p3"/>
              <p:cNvSpPr/>
              <p:nvPr/>
            </p:nvSpPr>
            <p:spPr>
              <a:xfrm>
                <a:off x="168302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3" name="Google Shape;123;p3"/>
              <p:cNvSpPr/>
              <p:nvPr/>
            </p:nvSpPr>
            <p:spPr>
              <a:xfrm>
                <a:off x="1923767"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4" name="Google Shape;124;p3"/>
              <p:cNvSpPr/>
              <p:nvPr/>
            </p:nvSpPr>
            <p:spPr>
              <a:xfrm>
                <a:off x="216451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5" name="Google Shape;125;p3"/>
              <p:cNvSpPr/>
              <p:nvPr/>
            </p:nvSpPr>
            <p:spPr>
              <a:xfrm>
                <a:off x="2405254"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6" name="Google Shape;126;p3"/>
              <p:cNvSpPr/>
              <p:nvPr/>
            </p:nvSpPr>
            <p:spPr>
              <a:xfrm>
                <a:off x="264599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7" name="Google Shape;127;p3"/>
              <p:cNvSpPr/>
              <p:nvPr/>
            </p:nvSpPr>
            <p:spPr>
              <a:xfrm>
                <a:off x="2886741"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8" name="Google Shape;128;p3"/>
              <p:cNvSpPr/>
              <p:nvPr/>
            </p:nvSpPr>
            <p:spPr>
              <a:xfrm>
                <a:off x="312748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9" name="Google Shape;129;p3"/>
              <p:cNvSpPr/>
              <p:nvPr/>
            </p:nvSpPr>
            <p:spPr>
              <a:xfrm>
                <a:off x="336822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0" name="Google Shape;130;p3"/>
              <p:cNvSpPr/>
              <p:nvPr/>
            </p:nvSpPr>
            <p:spPr>
              <a:xfrm>
                <a:off x="360897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1" name="Google Shape;131;p3"/>
              <p:cNvSpPr/>
              <p:nvPr/>
            </p:nvSpPr>
            <p:spPr>
              <a:xfrm>
                <a:off x="3849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2" name="Google Shape;132;p3"/>
              <p:cNvSpPr/>
              <p:nvPr/>
            </p:nvSpPr>
            <p:spPr>
              <a:xfrm>
                <a:off x="4090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3" name="Google Shape;133;p3"/>
              <p:cNvSpPr/>
              <p:nvPr/>
            </p:nvSpPr>
            <p:spPr>
              <a:xfrm>
                <a:off x="433130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4" name="Google Shape;134;p3"/>
              <p:cNvSpPr/>
              <p:nvPr/>
            </p:nvSpPr>
            <p:spPr>
              <a:xfrm>
                <a:off x="457205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5" name="Google Shape;135;p3"/>
              <p:cNvSpPr/>
              <p:nvPr/>
            </p:nvSpPr>
            <p:spPr>
              <a:xfrm>
                <a:off x="481279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6" name="Google Shape;136;p3"/>
              <p:cNvSpPr/>
              <p:nvPr/>
            </p:nvSpPr>
            <p:spPr>
              <a:xfrm>
                <a:off x="505353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7" name="Google Shape;137;p3"/>
              <p:cNvSpPr/>
              <p:nvPr/>
            </p:nvSpPr>
            <p:spPr>
              <a:xfrm>
                <a:off x="529428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8" name="Google Shape;138;p3"/>
              <p:cNvSpPr/>
              <p:nvPr/>
            </p:nvSpPr>
            <p:spPr>
              <a:xfrm>
                <a:off x="5535025"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9" name="Google Shape;139;p3"/>
              <p:cNvSpPr/>
              <p:nvPr/>
            </p:nvSpPr>
            <p:spPr>
              <a:xfrm>
                <a:off x="577576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40" name="Google Shape;140;p3"/>
              <p:cNvSpPr/>
              <p:nvPr/>
            </p:nvSpPr>
            <p:spPr>
              <a:xfrm>
                <a:off x="6016512"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41" name="Google Shape;141;p3"/>
              <p:cNvSpPr/>
              <p:nvPr/>
            </p:nvSpPr>
            <p:spPr>
              <a:xfrm>
                <a:off x="625725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42" name="Google Shape;142;p3"/>
              <p:cNvSpPr/>
              <p:nvPr/>
            </p:nvSpPr>
            <p:spPr>
              <a:xfrm>
                <a:off x="6497999"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43" name="Google Shape;143;p3"/>
              <p:cNvSpPr/>
              <p:nvPr/>
            </p:nvSpPr>
            <p:spPr>
              <a:xfrm>
                <a:off x="673874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44" name="Google Shape;144;p3"/>
              <p:cNvSpPr/>
              <p:nvPr/>
            </p:nvSpPr>
            <p:spPr>
              <a:xfrm>
                <a:off x="6979486"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45" name="Google Shape;145;p3"/>
              <p:cNvSpPr/>
              <p:nvPr/>
            </p:nvSpPr>
            <p:spPr>
              <a:xfrm>
                <a:off x="722022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46" name="Google Shape;146;p3"/>
              <p:cNvSpPr/>
              <p:nvPr/>
            </p:nvSpPr>
            <p:spPr>
              <a:xfrm>
                <a:off x="7460973"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47" name="Google Shape;147;p3"/>
              <p:cNvSpPr/>
              <p:nvPr/>
            </p:nvSpPr>
            <p:spPr>
              <a:xfrm>
                <a:off x="433130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48" name="Google Shape;148;p3"/>
              <p:cNvSpPr/>
              <p:nvPr/>
            </p:nvSpPr>
            <p:spPr>
              <a:xfrm>
                <a:off x="457205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49" name="Google Shape;149;p3"/>
              <p:cNvSpPr/>
              <p:nvPr/>
            </p:nvSpPr>
            <p:spPr>
              <a:xfrm>
                <a:off x="481279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50" name="Google Shape;150;p3"/>
              <p:cNvSpPr/>
              <p:nvPr/>
            </p:nvSpPr>
            <p:spPr>
              <a:xfrm>
                <a:off x="505353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51" name="Google Shape;151;p3"/>
              <p:cNvSpPr/>
              <p:nvPr/>
            </p:nvSpPr>
            <p:spPr>
              <a:xfrm>
                <a:off x="529428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52" name="Google Shape;152;p3"/>
              <p:cNvSpPr/>
              <p:nvPr/>
            </p:nvSpPr>
            <p:spPr>
              <a:xfrm>
                <a:off x="5535025"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53" name="Google Shape;153;p3"/>
              <p:cNvSpPr/>
              <p:nvPr/>
            </p:nvSpPr>
            <p:spPr>
              <a:xfrm>
                <a:off x="577576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54" name="Google Shape;154;p3"/>
              <p:cNvSpPr/>
              <p:nvPr/>
            </p:nvSpPr>
            <p:spPr>
              <a:xfrm>
                <a:off x="6016512"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55" name="Google Shape;155;p3"/>
              <p:cNvSpPr/>
              <p:nvPr/>
            </p:nvSpPr>
            <p:spPr>
              <a:xfrm>
                <a:off x="625725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56" name="Google Shape;156;p3"/>
              <p:cNvSpPr/>
              <p:nvPr/>
            </p:nvSpPr>
            <p:spPr>
              <a:xfrm>
                <a:off x="6497999"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57" name="Google Shape;157;p3"/>
              <p:cNvSpPr/>
              <p:nvPr/>
            </p:nvSpPr>
            <p:spPr>
              <a:xfrm>
                <a:off x="673874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58" name="Google Shape;158;p3"/>
              <p:cNvSpPr/>
              <p:nvPr/>
            </p:nvSpPr>
            <p:spPr>
              <a:xfrm>
                <a:off x="6979486"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59" name="Google Shape;159;p3"/>
              <p:cNvSpPr/>
              <p:nvPr/>
            </p:nvSpPr>
            <p:spPr>
              <a:xfrm>
                <a:off x="722022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60" name="Google Shape;160;p3"/>
              <p:cNvSpPr/>
              <p:nvPr/>
            </p:nvSpPr>
            <p:spPr>
              <a:xfrm>
                <a:off x="7460973"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61" name="Google Shape;161;p3"/>
              <p:cNvSpPr/>
              <p:nvPr/>
            </p:nvSpPr>
            <p:spPr>
              <a:xfrm>
                <a:off x="7701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62" name="Google Shape;162;p3"/>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63" name="Google Shape;163;p3"/>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64" name="Google Shape;164;p3"/>
              <p:cNvSpPr/>
              <p:nvPr/>
            </p:nvSpPr>
            <p:spPr>
              <a:xfrm>
                <a:off x="7701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65" name="Google Shape;165;p3"/>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66" name="Google Shape;166;p3"/>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167" name="Google Shape;167;p3"/>
          <p:cNvSpPr txBox="1">
            <a:spLocks noGrp="1"/>
          </p:cNvSpPr>
          <p:nvPr>
            <p:ph type="title"/>
          </p:nvPr>
        </p:nvSpPr>
        <p:spPr>
          <a:xfrm>
            <a:off x="4057533" y="1618437"/>
            <a:ext cx="6436800" cy="12856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667">
                <a:latin typeface="Krona One"/>
                <a:ea typeface="Krona One"/>
                <a:cs typeface="Krona One"/>
                <a:sym typeface="Krona One"/>
              </a:defRPr>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68" name="Google Shape;168;p3"/>
          <p:cNvSpPr txBox="1">
            <a:spLocks noGrp="1"/>
          </p:cNvSpPr>
          <p:nvPr>
            <p:ph type="title" idx="2" hasCustomPrompt="1"/>
          </p:nvPr>
        </p:nvSpPr>
        <p:spPr>
          <a:xfrm>
            <a:off x="1697667" y="1655109"/>
            <a:ext cx="1950800" cy="1954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6000"/>
              <a:buNone/>
              <a:defRPr sz="6000">
                <a:solidFill>
                  <a:schemeClr val="lt1"/>
                </a:solidFill>
                <a:latin typeface="Krona One"/>
                <a:ea typeface="Krona One"/>
                <a:cs typeface="Krona One"/>
                <a:sym typeface="Krona One"/>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69" name="Google Shape;169;p3"/>
          <p:cNvSpPr txBox="1">
            <a:spLocks noGrp="1"/>
          </p:cNvSpPr>
          <p:nvPr>
            <p:ph type="subTitle" idx="1"/>
          </p:nvPr>
        </p:nvSpPr>
        <p:spPr>
          <a:xfrm>
            <a:off x="4057533" y="3227300"/>
            <a:ext cx="6436800" cy="546800"/>
          </a:xfrm>
          <a:prstGeom prst="rect">
            <a:avLst/>
          </a:prstGeom>
          <a:noFill/>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sz="2400">
                <a:solidFill>
                  <a:schemeClr val="dk1"/>
                </a:solidFill>
                <a:latin typeface="Jost"/>
                <a:ea typeface="Jost"/>
                <a:cs typeface="Jost"/>
                <a:sym typeface="Jost"/>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endParaRPr/>
          </a:p>
        </p:txBody>
      </p:sp>
      <p:grpSp>
        <p:nvGrpSpPr>
          <p:cNvPr id="170" name="Google Shape;170;p3"/>
          <p:cNvGrpSpPr/>
          <p:nvPr/>
        </p:nvGrpSpPr>
        <p:grpSpPr>
          <a:xfrm>
            <a:off x="-22334" y="0"/>
            <a:ext cx="12236667" cy="6858000"/>
            <a:chOff x="-16750" y="0"/>
            <a:chExt cx="9177500" cy="5143500"/>
          </a:xfrm>
        </p:grpSpPr>
        <p:grpSp>
          <p:nvGrpSpPr>
            <p:cNvPr id="171" name="Google Shape;171;p3"/>
            <p:cNvGrpSpPr/>
            <p:nvPr/>
          </p:nvGrpSpPr>
          <p:grpSpPr>
            <a:xfrm rot="10800000" flipH="1">
              <a:off x="8693950" y="0"/>
              <a:ext cx="466800" cy="5143500"/>
              <a:chOff x="-16750" y="0"/>
              <a:chExt cx="466800" cy="5143500"/>
            </a:xfrm>
          </p:grpSpPr>
          <p:sp>
            <p:nvSpPr>
              <p:cNvPr id="172" name="Google Shape;172;p3"/>
              <p:cNvSpPr/>
              <p:nvPr/>
            </p:nvSpPr>
            <p:spPr>
              <a:xfrm>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73" name="Google Shape;173;p3"/>
              <p:cNvSpPr/>
              <p:nvPr/>
            </p:nvSpPr>
            <p:spPr>
              <a:xfrm>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74" name="Google Shape;174;p3"/>
              <p:cNvSpPr/>
              <p:nvPr/>
            </p:nvSpPr>
            <p:spPr>
              <a:xfrm>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75" name="Google Shape;175;p3"/>
              <p:cNvSpPr/>
              <p:nvPr/>
            </p:nvSpPr>
            <p:spPr>
              <a:xfrm>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76" name="Google Shape;176;p3"/>
              <p:cNvSpPr/>
              <p:nvPr/>
            </p:nvSpPr>
            <p:spPr>
              <a:xfrm>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77" name="Google Shape;177;p3"/>
              <p:cNvSpPr/>
              <p:nvPr/>
            </p:nvSpPr>
            <p:spPr>
              <a:xfrm>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78" name="Google Shape;178;p3"/>
              <p:cNvSpPr/>
              <p:nvPr/>
            </p:nvSpPr>
            <p:spPr>
              <a:xfrm>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79" name="Google Shape;179;p3"/>
              <p:cNvSpPr/>
              <p:nvPr/>
            </p:nvSpPr>
            <p:spPr>
              <a:xfrm>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80" name="Google Shape;180;p3"/>
              <p:cNvSpPr/>
              <p:nvPr/>
            </p:nvSpPr>
            <p:spPr>
              <a:xfrm>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81" name="Google Shape;181;p3"/>
            <p:cNvGrpSpPr/>
            <p:nvPr/>
          </p:nvGrpSpPr>
          <p:grpSpPr>
            <a:xfrm>
              <a:off x="-16750" y="0"/>
              <a:ext cx="466800" cy="5143500"/>
              <a:chOff x="-16750" y="0"/>
              <a:chExt cx="466800" cy="5143500"/>
            </a:xfrm>
          </p:grpSpPr>
          <p:sp>
            <p:nvSpPr>
              <p:cNvPr id="182" name="Google Shape;182;p3"/>
              <p:cNvSpPr/>
              <p:nvPr/>
            </p:nvSpPr>
            <p:spPr>
              <a:xfrm rot="10800000" flipH="1">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83" name="Google Shape;183;p3"/>
              <p:cNvSpPr/>
              <p:nvPr/>
            </p:nvSpPr>
            <p:spPr>
              <a:xfrm rot="10800000" flipH="1">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84" name="Google Shape;184;p3"/>
              <p:cNvSpPr/>
              <p:nvPr/>
            </p:nvSpPr>
            <p:spPr>
              <a:xfrm rot="10800000" flipH="1">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85" name="Google Shape;185;p3"/>
              <p:cNvSpPr/>
              <p:nvPr/>
            </p:nvSpPr>
            <p:spPr>
              <a:xfrm rot="10800000" flipH="1">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86" name="Google Shape;186;p3"/>
              <p:cNvSpPr/>
              <p:nvPr/>
            </p:nvSpPr>
            <p:spPr>
              <a:xfrm rot="10800000" flipH="1">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87" name="Google Shape;187;p3"/>
              <p:cNvSpPr/>
              <p:nvPr/>
            </p:nvSpPr>
            <p:spPr>
              <a:xfrm rot="10800000" flipH="1">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88" name="Google Shape;188;p3"/>
              <p:cNvSpPr/>
              <p:nvPr/>
            </p:nvSpPr>
            <p:spPr>
              <a:xfrm rot="10800000" flipH="1">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89" name="Google Shape;189;p3"/>
              <p:cNvSpPr/>
              <p:nvPr/>
            </p:nvSpPr>
            <p:spPr>
              <a:xfrm rot="10800000" flipH="1">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90" name="Google Shape;190;p3"/>
              <p:cNvSpPr/>
              <p:nvPr/>
            </p:nvSpPr>
            <p:spPr>
              <a:xfrm rot="10800000" flipH="1">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2191210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atin typeface="Krona One"/>
                <a:ea typeface="Krona One"/>
                <a:cs typeface="Krona One"/>
                <a:sym typeface="Krona 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244" name="Google Shape;244;p6"/>
          <p:cNvGrpSpPr/>
          <p:nvPr/>
        </p:nvGrpSpPr>
        <p:grpSpPr>
          <a:xfrm>
            <a:off x="-22334" y="0"/>
            <a:ext cx="12236667" cy="6858000"/>
            <a:chOff x="-16750" y="0"/>
            <a:chExt cx="9177500" cy="5143500"/>
          </a:xfrm>
        </p:grpSpPr>
        <p:grpSp>
          <p:nvGrpSpPr>
            <p:cNvPr id="245" name="Google Shape;245;p6"/>
            <p:cNvGrpSpPr/>
            <p:nvPr/>
          </p:nvGrpSpPr>
          <p:grpSpPr>
            <a:xfrm rot="10800000" flipH="1">
              <a:off x="8693950" y="0"/>
              <a:ext cx="466800" cy="5143500"/>
              <a:chOff x="-16750" y="0"/>
              <a:chExt cx="466800" cy="5143500"/>
            </a:xfrm>
          </p:grpSpPr>
          <p:sp>
            <p:nvSpPr>
              <p:cNvPr id="246" name="Google Shape;246;p6"/>
              <p:cNvSpPr/>
              <p:nvPr/>
            </p:nvSpPr>
            <p:spPr>
              <a:xfrm>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47" name="Google Shape;247;p6"/>
              <p:cNvSpPr/>
              <p:nvPr/>
            </p:nvSpPr>
            <p:spPr>
              <a:xfrm>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48" name="Google Shape;248;p6"/>
              <p:cNvSpPr/>
              <p:nvPr/>
            </p:nvSpPr>
            <p:spPr>
              <a:xfrm>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49" name="Google Shape;249;p6"/>
              <p:cNvSpPr/>
              <p:nvPr/>
            </p:nvSpPr>
            <p:spPr>
              <a:xfrm>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50" name="Google Shape;250;p6"/>
              <p:cNvSpPr/>
              <p:nvPr/>
            </p:nvSpPr>
            <p:spPr>
              <a:xfrm>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51" name="Google Shape;251;p6"/>
              <p:cNvSpPr/>
              <p:nvPr/>
            </p:nvSpPr>
            <p:spPr>
              <a:xfrm>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52" name="Google Shape;252;p6"/>
              <p:cNvSpPr/>
              <p:nvPr/>
            </p:nvSpPr>
            <p:spPr>
              <a:xfrm>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53" name="Google Shape;253;p6"/>
              <p:cNvSpPr/>
              <p:nvPr/>
            </p:nvSpPr>
            <p:spPr>
              <a:xfrm>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54" name="Google Shape;254;p6"/>
              <p:cNvSpPr/>
              <p:nvPr/>
            </p:nvSpPr>
            <p:spPr>
              <a:xfrm>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55" name="Google Shape;255;p6"/>
            <p:cNvGrpSpPr/>
            <p:nvPr/>
          </p:nvGrpSpPr>
          <p:grpSpPr>
            <a:xfrm>
              <a:off x="-16750" y="0"/>
              <a:ext cx="466800" cy="5143500"/>
              <a:chOff x="-16750" y="0"/>
              <a:chExt cx="466800" cy="5143500"/>
            </a:xfrm>
          </p:grpSpPr>
          <p:sp>
            <p:nvSpPr>
              <p:cNvPr id="256" name="Google Shape;256;p6"/>
              <p:cNvSpPr/>
              <p:nvPr/>
            </p:nvSpPr>
            <p:spPr>
              <a:xfrm rot="10800000" flipH="1">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57" name="Google Shape;257;p6"/>
              <p:cNvSpPr/>
              <p:nvPr/>
            </p:nvSpPr>
            <p:spPr>
              <a:xfrm rot="10800000" flipH="1">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58" name="Google Shape;258;p6"/>
              <p:cNvSpPr/>
              <p:nvPr/>
            </p:nvSpPr>
            <p:spPr>
              <a:xfrm rot="10800000" flipH="1">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59" name="Google Shape;259;p6"/>
              <p:cNvSpPr/>
              <p:nvPr/>
            </p:nvSpPr>
            <p:spPr>
              <a:xfrm rot="10800000" flipH="1">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60" name="Google Shape;260;p6"/>
              <p:cNvSpPr/>
              <p:nvPr/>
            </p:nvSpPr>
            <p:spPr>
              <a:xfrm rot="10800000" flipH="1">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61" name="Google Shape;261;p6"/>
              <p:cNvSpPr/>
              <p:nvPr/>
            </p:nvSpPr>
            <p:spPr>
              <a:xfrm rot="10800000" flipH="1">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62" name="Google Shape;262;p6"/>
              <p:cNvSpPr/>
              <p:nvPr/>
            </p:nvSpPr>
            <p:spPr>
              <a:xfrm rot="10800000" flipH="1">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63" name="Google Shape;263;p6"/>
              <p:cNvSpPr/>
              <p:nvPr/>
            </p:nvSpPr>
            <p:spPr>
              <a:xfrm rot="10800000" flipH="1">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64" name="Google Shape;264;p6"/>
              <p:cNvSpPr/>
              <p:nvPr/>
            </p:nvSpPr>
            <p:spPr>
              <a:xfrm rot="10800000" flipH="1">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3401996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65"/>
        <p:cNvGrpSpPr/>
        <p:nvPr/>
      </p:nvGrpSpPr>
      <p:grpSpPr>
        <a:xfrm>
          <a:off x="0" y="0"/>
          <a:ext cx="0" cy="0"/>
          <a:chOff x="0" y="0"/>
          <a:chExt cx="0" cy="0"/>
        </a:xfrm>
      </p:grpSpPr>
      <p:sp>
        <p:nvSpPr>
          <p:cNvPr id="266" name="Google Shape;266;p7"/>
          <p:cNvSpPr txBox="1">
            <a:spLocks noGrp="1"/>
          </p:cNvSpPr>
          <p:nvPr>
            <p:ph type="body" idx="1"/>
          </p:nvPr>
        </p:nvSpPr>
        <p:spPr>
          <a:xfrm>
            <a:off x="960000" y="2446333"/>
            <a:ext cx="5804000" cy="2961600"/>
          </a:xfrm>
          <a:prstGeom prst="rect">
            <a:avLst/>
          </a:prstGeom>
        </p:spPr>
        <p:txBody>
          <a:bodyPr spcFirstLastPara="1" wrap="square" lIns="91425" tIns="91425" rIns="91425" bIns="91425" anchor="ctr" anchorCtr="0">
            <a:noAutofit/>
          </a:bodyPr>
          <a:lstStyle>
            <a:lvl1pPr marL="609585" lvl="0" indent="-423323">
              <a:lnSpc>
                <a:spcPct val="100000"/>
              </a:lnSpc>
              <a:spcBef>
                <a:spcPts val="0"/>
              </a:spcBef>
              <a:spcAft>
                <a:spcPts val="0"/>
              </a:spcAft>
              <a:buClr>
                <a:srgbClr val="595959"/>
              </a:buClr>
              <a:buSzPts val="1400"/>
              <a:buFont typeface="Anaheim"/>
              <a:buChar char="●"/>
              <a:defRPr/>
            </a:lvl1pPr>
            <a:lvl2pPr marL="1219170" lvl="1" indent="-423323">
              <a:spcBef>
                <a:spcPts val="0"/>
              </a:spcBef>
              <a:spcAft>
                <a:spcPts val="0"/>
              </a:spcAft>
              <a:buClr>
                <a:srgbClr val="595959"/>
              </a:buClr>
              <a:buSzPts val="1400"/>
              <a:buFont typeface="Anaheim"/>
              <a:buChar char="○"/>
              <a:defRPr sz="1600"/>
            </a:lvl2pPr>
            <a:lvl3pPr marL="1828754" lvl="2" indent="-423323">
              <a:spcBef>
                <a:spcPts val="0"/>
              </a:spcBef>
              <a:spcAft>
                <a:spcPts val="0"/>
              </a:spcAft>
              <a:buClr>
                <a:srgbClr val="595959"/>
              </a:buClr>
              <a:buSzPts val="1400"/>
              <a:buFont typeface="Anaheim"/>
              <a:buChar char="■"/>
              <a:defRPr sz="1600"/>
            </a:lvl3pPr>
            <a:lvl4pPr marL="2438339" lvl="3" indent="-423323">
              <a:spcBef>
                <a:spcPts val="0"/>
              </a:spcBef>
              <a:spcAft>
                <a:spcPts val="0"/>
              </a:spcAft>
              <a:buClr>
                <a:srgbClr val="595959"/>
              </a:buClr>
              <a:buSzPts val="1400"/>
              <a:buFont typeface="Anaheim"/>
              <a:buChar char="●"/>
              <a:defRPr sz="1600"/>
            </a:lvl4pPr>
            <a:lvl5pPr marL="3047924" lvl="4" indent="-423323">
              <a:spcBef>
                <a:spcPts val="0"/>
              </a:spcBef>
              <a:spcAft>
                <a:spcPts val="0"/>
              </a:spcAft>
              <a:buClr>
                <a:srgbClr val="595959"/>
              </a:buClr>
              <a:buSzPts val="1400"/>
              <a:buFont typeface="Anaheim"/>
              <a:buChar char="○"/>
              <a:defRPr sz="1600"/>
            </a:lvl5pPr>
            <a:lvl6pPr marL="3657509" lvl="5" indent="-423323">
              <a:spcBef>
                <a:spcPts val="0"/>
              </a:spcBef>
              <a:spcAft>
                <a:spcPts val="0"/>
              </a:spcAft>
              <a:buClr>
                <a:srgbClr val="595959"/>
              </a:buClr>
              <a:buSzPts val="1400"/>
              <a:buFont typeface="Anaheim"/>
              <a:buChar char="■"/>
              <a:defRPr sz="1600"/>
            </a:lvl6pPr>
            <a:lvl7pPr marL="4267093" lvl="6" indent="-423323">
              <a:spcBef>
                <a:spcPts val="0"/>
              </a:spcBef>
              <a:spcAft>
                <a:spcPts val="0"/>
              </a:spcAft>
              <a:buClr>
                <a:srgbClr val="595959"/>
              </a:buClr>
              <a:buSzPts val="1400"/>
              <a:buFont typeface="Anaheim"/>
              <a:buChar char="●"/>
              <a:defRPr sz="1600"/>
            </a:lvl7pPr>
            <a:lvl8pPr marL="4876678" lvl="7" indent="-423323">
              <a:spcBef>
                <a:spcPts val="0"/>
              </a:spcBef>
              <a:spcAft>
                <a:spcPts val="0"/>
              </a:spcAft>
              <a:buClr>
                <a:srgbClr val="595959"/>
              </a:buClr>
              <a:buSzPts val="1400"/>
              <a:buFont typeface="Anaheim"/>
              <a:buChar char="○"/>
              <a:defRPr sz="1600"/>
            </a:lvl8pPr>
            <a:lvl9pPr marL="5486263" lvl="8" indent="-423323">
              <a:spcBef>
                <a:spcPts val="0"/>
              </a:spcBef>
              <a:spcAft>
                <a:spcPts val="0"/>
              </a:spcAft>
              <a:buClr>
                <a:srgbClr val="595959"/>
              </a:buClr>
              <a:buSzPts val="1400"/>
              <a:buFont typeface="Anaheim"/>
              <a:buChar char="■"/>
              <a:defRPr sz="1600"/>
            </a:lvl9pPr>
          </a:lstStyle>
          <a:p>
            <a:endParaRPr/>
          </a:p>
        </p:txBody>
      </p:sp>
      <p:sp>
        <p:nvSpPr>
          <p:cNvPr id="267" name="Google Shape;267;p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2400"/>
              <a:buNone/>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grpSp>
        <p:nvGrpSpPr>
          <p:cNvPr id="268" name="Google Shape;268;p7"/>
          <p:cNvGrpSpPr/>
          <p:nvPr/>
        </p:nvGrpSpPr>
        <p:grpSpPr>
          <a:xfrm>
            <a:off x="-22334" y="0"/>
            <a:ext cx="12236667" cy="6858000"/>
            <a:chOff x="-16750" y="0"/>
            <a:chExt cx="9177500" cy="5143500"/>
          </a:xfrm>
        </p:grpSpPr>
        <p:grpSp>
          <p:nvGrpSpPr>
            <p:cNvPr id="269" name="Google Shape;269;p7"/>
            <p:cNvGrpSpPr/>
            <p:nvPr/>
          </p:nvGrpSpPr>
          <p:grpSpPr>
            <a:xfrm rot="10800000" flipH="1">
              <a:off x="8693950" y="0"/>
              <a:ext cx="466800" cy="5143500"/>
              <a:chOff x="-16750" y="0"/>
              <a:chExt cx="466800" cy="5143500"/>
            </a:xfrm>
          </p:grpSpPr>
          <p:sp>
            <p:nvSpPr>
              <p:cNvPr id="270" name="Google Shape;270;p7"/>
              <p:cNvSpPr/>
              <p:nvPr/>
            </p:nvSpPr>
            <p:spPr>
              <a:xfrm>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1" name="Google Shape;271;p7"/>
              <p:cNvSpPr/>
              <p:nvPr/>
            </p:nvSpPr>
            <p:spPr>
              <a:xfrm>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2" name="Google Shape;272;p7"/>
              <p:cNvSpPr/>
              <p:nvPr/>
            </p:nvSpPr>
            <p:spPr>
              <a:xfrm>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3" name="Google Shape;273;p7"/>
              <p:cNvSpPr/>
              <p:nvPr/>
            </p:nvSpPr>
            <p:spPr>
              <a:xfrm>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4" name="Google Shape;274;p7"/>
              <p:cNvSpPr/>
              <p:nvPr/>
            </p:nvSpPr>
            <p:spPr>
              <a:xfrm>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5" name="Google Shape;275;p7"/>
              <p:cNvSpPr/>
              <p:nvPr/>
            </p:nvSpPr>
            <p:spPr>
              <a:xfrm>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6" name="Google Shape;276;p7"/>
              <p:cNvSpPr/>
              <p:nvPr/>
            </p:nvSpPr>
            <p:spPr>
              <a:xfrm>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7" name="Google Shape;277;p7"/>
              <p:cNvSpPr/>
              <p:nvPr/>
            </p:nvSpPr>
            <p:spPr>
              <a:xfrm>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8" name="Google Shape;278;p7"/>
              <p:cNvSpPr/>
              <p:nvPr/>
            </p:nvSpPr>
            <p:spPr>
              <a:xfrm>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279" name="Google Shape;279;p7"/>
            <p:cNvGrpSpPr/>
            <p:nvPr/>
          </p:nvGrpSpPr>
          <p:grpSpPr>
            <a:xfrm>
              <a:off x="-16750" y="0"/>
              <a:ext cx="466800" cy="5143500"/>
              <a:chOff x="-16750" y="0"/>
              <a:chExt cx="466800" cy="5143500"/>
            </a:xfrm>
          </p:grpSpPr>
          <p:sp>
            <p:nvSpPr>
              <p:cNvPr id="280" name="Google Shape;280;p7"/>
              <p:cNvSpPr/>
              <p:nvPr/>
            </p:nvSpPr>
            <p:spPr>
              <a:xfrm rot="10800000" flipH="1">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281;p7"/>
              <p:cNvSpPr/>
              <p:nvPr/>
            </p:nvSpPr>
            <p:spPr>
              <a:xfrm rot="10800000" flipH="1">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82" name="Google Shape;282;p7"/>
              <p:cNvSpPr/>
              <p:nvPr/>
            </p:nvSpPr>
            <p:spPr>
              <a:xfrm rot="10800000" flipH="1">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83" name="Google Shape;283;p7"/>
              <p:cNvSpPr/>
              <p:nvPr/>
            </p:nvSpPr>
            <p:spPr>
              <a:xfrm rot="10800000" flipH="1">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284;p7"/>
              <p:cNvSpPr/>
              <p:nvPr/>
            </p:nvSpPr>
            <p:spPr>
              <a:xfrm rot="10800000" flipH="1">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285;p7"/>
              <p:cNvSpPr/>
              <p:nvPr/>
            </p:nvSpPr>
            <p:spPr>
              <a:xfrm rot="10800000" flipH="1">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86" name="Google Shape;286;p7"/>
              <p:cNvSpPr/>
              <p:nvPr/>
            </p:nvSpPr>
            <p:spPr>
              <a:xfrm rot="10800000" flipH="1">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87" name="Google Shape;287;p7"/>
              <p:cNvSpPr/>
              <p:nvPr/>
            </p:nvSpPr>
            <p:spPr>
              <a:xfrm rot="10800000" flipH="1">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88" name="Google Shape;288;p7"/>
              <p:cNvSpPr/>
              <p:nvPr/>
            </p:nvSpPr>
            <p:spPr>
              <a:xfrm rot="10800000" flipH="1">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2677363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78"/>
        <p:cNvGrpSpPr/>
        <p:nvPr/>
      </p:nvGrpSpPr>
      <p:grpSpPr>
        <a:xfrm>
          <a:off x="0" y="0"/>
          <a:ext cx="0" cy="0"/>
          <a:chOff x="0" y="0"/>
          <a:chExt cx="0" cy="0"/>
        </a:xfrm>
      </p:grpSpPr>
      <p:grpSp>
        <p:nvGrpSpPr>
          <p:cNvPr id="379" name="Google Shape;379;p9"/>
          <p:cNvGrpSpPr/>
          <p:nvPr/>
        </p:nvGrpSpPr>
        <p:grpSpPr>
          <a:xfrm>
            <a:off x="-125" y="1467"/>
            <a:ext cx="12192125" cy="760533"/>
            <a:chOff x="-94" y="1100"/>
            <a:chExt cx="9144094" cy="570400"/>
          </a:xfrm>
        </p:grpSpPr>
        <p:grpSp>
          <p:nvGrpSpPr>
            <p:cNvPr id="380" name="Google Shape;380;p9"/>
            <p:cNvGrpSpPr/>
            <p:nvPr/>
          </p:nvGrpSpPr>
          <p:grpSpPr>
            <a:xfrm>
              <a:off x="300" y="1100"/>
              <a:ext cx="9143700" cy="570400"/>
              <a:chOff x="300" y="1100"/>
              <a:chExt cx="9143700" cy="570400"/>
            </a:xfrm>
          </p:grpSpPr>
          <p:sp>
            <p:nvSpPr>
              <p:cNvPr id="381" name="Google Shape;381;p9"/>
              <p:cNvSpPr/>
              <p:nvPr/>
            </p:nvSpPr>
            <p:spPr>
              <a:xfrm flipH="1">
                <a:off x="300" y="503400"/>
                <a:ext cx="9143700" cy="68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nvGrpSpPr>
              <p:cNvPr id="382" name="Google Shape;382;p9"/>
              <p:cNvGrpSpPr/>
              <p:nvPr/>
            </p:nvGrpSpPr>
            <p:grpSpPr>
              <a:xfrm flipH="1">
                <a:off x="449825" y="1100"/>
                <a:ext cx="8244106" cy="515409"/>
                <a:chOff x="720050" y="0"/>
                <a:chExt cx="7704052" cy="481646"/>
              </a:xfrm>
            </p:grpSpPr>
            <p:sp>
              <p:nvSpPr>
                <p:cNvPr id="383" name="Google Shape;383;p9"/>
                <p:cNvSpPr/>
                <p:nvPr/>
              </p:nvSpPr>
              <p:spPr>
                <a:xfrm>
                  <a:off x="720050"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84" name="Google Shape;384;p9"/>
                <p:cNvSpPr/>
                <p:nvPr/>
              </p:nvSpPr>
              <p:spPr>
                <a:xfrm>
                  <a:off x="960793"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85" name="Google Shape;385;p9"/>
                <p:cNvSpPr/>
                <p:nvPr/>
              </p:nvSpPr>
              <p:spPr>
                <a:xfrm>
                  <a:off x="120153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86" name="Google Shape;386;p9"/>
                <p:cNvSpPr/>
                <p:nvPr/>
              </p:nvSpPr>
              <p:spPr>
                <a:xfrm>
                  <a:off x="1442280"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87" name="Google Shape;387;p9"/>
                <p:cNvSpPr/>
                <p:nvPr/>
              </p:nvSpPr>
              <p:spPr>
                <a:xfrm>
                  <a:off x="168302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88" name="Google Shape;388;p9"/>
                <p:cNvSpPr/>
                <p:nvPr/>
              </p:nvSpPr>
              <p:spPr>
                <a:xfrm>
                  <a:off x="1923767"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89" name="Google Shape;389;p9"/>
                <p:cNvSpPr/>
                <p:nvPr/>
              </p:nvSpPr>
              <p:spPr>
                <a:xfrm>
                  <a:off x="216451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90" name="Google Shape;390;p9"/>
                <p:cNvSpPr/>
                <p:nvPr/>
              </p:nvSpPr>
              <p:spPr>
                <a:xfrm>
                  <a:off x="2405254"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91" name="Google Shape;391;p9"/>
                <p:cNvSpPr/>
                <p:nvPr/>
              </p:nvSpPr>
              <p:spPr>
                <a:xfrm>
                  <a:off x="264599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92" name="Google Shape;392;p9"/>
                <p:cNvSpPr/>
                <p:nvPr/>
              </p:nvSpPr>
              <p:spPr>
                <a:xfrm>
                  <a:off x="2886741"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93" name="Google Shape;393;p9"/>
                <p:cNvSpPr/>
                <p:nvPr/>
              </p:nvSpPr>
              <p:spPr>
                <a:xfrm>
                  <a:off x="312748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94" name="Google Shape;394;p9"/>
                <p:cNvSpPr/>
                <p:nvPr/>
              </p:nvSpPr>
              <p:spPr>
                <a:xfrm>
                  <a:off x="336822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95" name="Google Shape;395;p9"/>
                <p:cNvSpPr/>
                <p:nvPr/>
              </p:nvSpPr>
              <p:spPr>
                <a:xfrm>
                  <a:off x="360897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96" name="Google Shape;396;p9"/>
                <p:cNvSpPr/>
                <p:nvPr/>
              </p:nvSpPr>
              <p:spPr>
                <a:xfrm>
                  <a:off x="3849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97" name="Google Shape;397;p9"/>
                <p:cNvSpPr/>
                <p:nvPr/>
              </p:nvSpPr>
              <p:spPr>
                <a:xfrm>
                  <a:off x="4090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98" name="Google Shape;398;p9"/>
                <p:cNvSpPr/>
                <p:nvPr/>
              </p:nvSpPr>
              <p:spPr>
                <a:xfrm>
                  <a:off x="720050"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399" name="Google Shape;399;p9"/>
                <p:cNvSpPr/>
                <p:nvPr/>
              </p:nvSpPr>
              <p:spPr>
                <a:xfrm>
                  <a:off x="960793"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00" name="Google Shape;400;p9"/>
                <p:cNvSpPr/>
                <p:nvPr/>
              </p:nvSpPr>
              <p:spPr>
                <a:xfrm>
                  <a:off x="120153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01" name="Google Shape;401;p9"/>
                <p:cNvSpPr/>
                <p:nvPr/>
              </p:nvSpPr>
              <p:spPr>
                <a:xfrm>
                  <a:off x="1442280"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02" name="Google Shape;402;p9"/>
                <p:cNvSpPr/>
                <p:nvPr/>
              </p:nvSpPr>
              <p:spPr>
                <a:xfrm>
                  <a:off x="168302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03" name="Google Shape;403;p9"/>
                <p:cNvSpPr/>
                <p:nvPr/>
              </p:nvSpPr>
              <p:spPr>
                <a:xfrm>
                  <a:off x="1923767"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04" name="Google Shape;404;p9"/>
                <p:cNvSpPr/>
                <p:nvPr/>
              </p:nvSpPr>
              <p:spPr>
                <a:xfrm>
                  <a:off x="216451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05" name="Google Shape;405;p9"/>
                <p:cNvSpPr/>
                <p:nvPr/>
              </p:nvSpPr>
              <p:spPr>
                <a:xfrm>
                  <a:off x="2405254"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06" name="Google Shape;406;p9"/>
                <p:cNvSpPr/>
                <p:nvPr/>
              </p:nvSpPr>
              <p:spPr>
                <a:xfrm>
                  <a:off x="264599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07" name="Google Shape;407;p9"/>
                <p:cNvSpPr/>
                <p:nvPr/>
              </p:nvSpPr>
              <p:spPr>
                <a:xfrm>
                  <a:off x="2886741"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08" name="Google Shape;408;p9"/>
                <p:cNvSpPr/>
                <p:nvPr/>
              </p:nvSpPr>
              <p:spPr>
                <a:xfrm>
                  <a:off x="312748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09" name="Google Shape;409;p9"/>
                <p:cNvSpPr/>
                <p:nvPr/>
              </p:nvSpPr>
              <p:spPr>
                <a:xfrm>
                  <a:off x="336822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10" name="Google Shape;410;p9"/>
                <p:cNvSpPr/>
                <p:nvPr/>
              </p:nvSpPr>
              <p:spPr>
                <a:xfrm>
                  <a:off x="360897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11" name="Google Shape;411;p9"/>
                <p:cNvSpPr/>
                <p:nvPr/>
              </p:nvSpPr>
              <p:spPr>
                <a:xfrm>
                  <a:off x="3849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12" name="Google Shape;412;p9"/>
                <p:cNvSpPr/>
                <p:nvPr/>
              </p:nvSpPr>
              <p:spPr>
                <a:xfrm>
                  <a:off x="4090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13" name="Google Shape;413;p9"/>
                <p:cNvSpPr/>
                <p:nvPr/>
              </p:nvSpPr>
              <p:spPr>
                <a:xfrm>
                  <a:off x="433130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14" name="Google Shape;414;p9"/>
                <p:cNvSpPr/>
                <p:nvPr/>
              </p:nvSpPr>
              <p:spPr>
                <a:xfrm>
                  <a:off x="457205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15" name="Google Shape;415;p9"/>
                <p:cNvSpPr/>
                <p:nvPr/>
              </p:nvSpPr>
              <p:spPr>
                <a:xfrm>
                  <a:off x="481279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16" name="Google Shape;416;p9"/>
                <p:cNvSpPr/>
                <p:nvPr/>
              </p:nvSpPr>
              <p:spPr>
                <a:xfrm>
                  <a:off x="505353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17" name="Google Shape;417;p9"/>
                <p:cNvSpPr/>
                <p:nvPr/>
              </p:nvSpPr>
              <p:spPr>
                <a:xfrm>
                  <a:off x="529428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18" name="Google Shape;418;p9"/>
                <p:cNvSpPr/>
                <p:nvPr/>
              </p:nvSpPr>
              <p:spPr>
                <a:xfrm>
                  <a:off x="5535025"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19" name="Google Shape;419;p9"/>
                <p:cNvSpPr/>
                <p:nvPr/>
              </p:nvSpPr>
              <p:spPr>
                <a:xfrm>
                  <a:off x="577576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20" name="Google Shape;420;p9"/>
                <p:cNvSpPr/>
                <p:nvPr/>
              </p:nvSpPr>
              <p:spPr>
                <a:xfrm>
                  <a:off x="6016512"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21" name="Google Shape;421;p9"/>
                <p:cNvSpPr/>
                <p:nvPr/>
              </p:nvSpPr>
              <p:spPr>
                <a:xfrm>
                  <a:off x="625725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22" name="Google Shape;422;p9"/>
                <p:cNvSpPr/>
                <p:nvPr/>
              </p:nvSpPr>
              <p:spPr>
                <a:xfrm>
                  <a:off x="6497999"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23" name="Google Shape;423;p9"/>
                <p:cNvSpPr/>
                <p:nvPr/>
              </p:nvSpPr>
              <p:spPr>
                <a:xfrm>
                  <a:off x="673874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24" name="Google Shape;424;p9"/>
                <p:cNvSpPr/>
                <p:nvPr/>
              </p:nvSpPr>
              <p:spPr>
                <a:xfrm>
                  <a:off x="6979486"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25" name="Google Shape;425;p9"/>
                <p:cNvSpPr/>
                <p:nvPr/>
              </p:nvSpPr>
              <p:spPr>
                <a:xfrm>
                  <a:off x="722022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26" name="Google Shape;426;p9"/>
                <p:cNvSpPr/>
                <p:nvPr/>
              </p:nvSpPr>
              <p:spPr>
                <a:xfrm>
                  <a:off x="7460973"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27" name="Google Shape;427;p9"/>
                <p:cNvSpPr/>
                <p:nvPr/>
              </p:nvSpPr>
              <p:spPr>
                <a:xfrm>
                  <a:off x="433130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28" name="Google Shape;428;p9"/>
                <p:cNvSpPr/>
                <p:nvPr/>
              </p:nvSpPr>
              <p:spPr>
                <a:xfrm>
                  <a:off x="457205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29" name="Google Shape;429;p9"/>
                <p:cNvSpPr/>
                <p:nvPr/>
              </p:nvSpPr>
              <p:spPr>
                <a:xfrm>
                  <a:off x="481279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30" name="Google Shape;430;p9"/>
                <p:cNvSpPr/>
                <p:nvPr/>
              </p:nvSpPr>
              <p:spPr>
                <a:xfrm>
                  <a:off x="505353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31" name="Google Shape;431;p9"/>
                <p:cNvSpPr/>
                <p:nvPr/>
              </p:nvSpPr>
              <p:spPr>
                <a:xfrm>
                  <a:off x="529428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32" name="Google Shape;432;p9"/>
                <p:cNvSpPr/>
                <p:nvPr/>
              </p:nvSpPr>
              <p:spPr>
                <a:xfrm>
                  <a:off x="5535025"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33" name="Google Shape;433;p9"/>
                <p:cNvSpPr/>
                <p:nvPr/>
              </p:nvSpPr>
              <p:spPr>
                <a:xfrm>
                  <a:off x="577576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34" name="Google Shape;434;p9"/>
                <p:cNvSpPr/>
                <p:nvPr/>
              </p:nvSpPr>
              <p:spPr>
                <a:xfrm>
                  <a:off x="6016512"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35" name="Google Shape;435;p9"/>
                <p:cNvSpPr/>
                <p:nvPr/>
              </p:nvSpPr>
              <p:spPr>
                <a:xfrm>
                  <a:off x="625725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36" name="Google Shape;436;p9"/>
                <p:cNvSpPr/>
                <p:nvPr/>
              </p:nvSpPr>
              <p:spPr>
                <a:xfrm>
                  <a:off x="6497999"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37" name="Google Shape;437;p9"/>
                <p:cNvSpPr/>
                <p:nvPr/>
              </p:nvSpPr>
              <p:spPr>
                <a:xfrm>
                  <a:off x="673874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38" name="Google Shape;438;p9"/>
                <p:cNvSpPr/>
                <p:nvPr/>
              </p:nvSpPr>
              <p:spPr>
                <a:xfrm>
                  <a:off x="6979486"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39" name="Google Shape;439;p9"/>
                <p:cNvSpPr/>
                <p:nvPr/>
              </p:nvSpPr>
              <p:spPr>
                <a:xfrm>
                  <a:off x="722022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40" name="Google Shape;440;p9"/>
                <p:cNvSpPr/>
                <p:nvPr/>
              </p:nvSpPr>
              <p:spPr>
                <a:xfrm>
                  <a:off x="7460973"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41" name="Google Shape;441;p9"/>
                <p:cNvSpPr/>
                <p:nvPr/>
              </p:nvSpPr>
              <p:spPr>
                <a:xfrm>
                  <a:off x="7701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42" name="Google Shape;442;p9"/>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43" name="Google Shape;443;p9"/>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44" name="Google Shape;444;p9"/>
                <p:cNvSpPr/>
                <p:nvPr/>
              </p:nvSpPr>
              <p:spPr>
                <a:xfrm>
                  <a:off x="7701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45" name="Google Shape;445;p9"/>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46" name="Google Shape;446;p9"/>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447" name="Google Shape;447;p9"/>
            <p:cNvGrpSpPr/>
            <p:nvPr/>
          </p:nvGrpSpPr>
          <p:grpSpPr>
            <a:xfrm flipH="1">
              <a:off x="-94" y="1100"/>
              <a:ext cx="449926" cy="515409"/>
              <a:chOff x="7942458" y="0"/>
              <a:chExt cx="420452" cy="481646"/>
            </a:xfrm>
          </p:grpSpPr>
          <p:sp>
            <p:nvSpPr>
              <p:cNvPr id="448" name="Google Shape;448;p9"/>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49" name="Google Shape;449;p9"/>
              <p:cNvSpPr/>
              <p:nvPr/>
            </p:nvSpPr>
            <p:spPr>
              <a:xfrm>
                <a:off x="8183210" y="0"/>
                <a:ext cx="1797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50" name="Google Shape;450;p9"/>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51" name="Google Shape;451;p9"/>
              <p:cNvSpPr/>
              <p:nvPr/>
            </p:nvSpPr>
            <p:spPr>
              <a:xfrm>
                <a:off x="8183210" y="240741"/>
                <a:ext cx="1797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452" name="Google Shape;452;p9"/>
            <p:cNvGrpSpPr/>
            <p:nvPr/>
          </p:nvGrpSpPr>
          <p:grpSpPr>
            <a:xfrm flipH="1">
              <a:off x="8693950" y="1100"/>
              <a:ext cx="449923" cy="515409"/>
              <a:chOff x="8003652" y="0"/>
              <a:chExt cx="420450" cy="481646"/>
            </a:xfrm>
          </p:grpSpPr>
          <p:sp>
            <p:nvSpPr>
              <p:cNvPr id="453" name="Google Shape;453;p9"/>
              <p:cNvSpPr/>
              <p:nvPr/>
            </p:nvSpPr>
            <p:spPr>
              <a:xfrm>
                <a:off x="8003652" y="0"/>
                <a:ext cx="1797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54" name="Google Shape;454;p9"/>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55" name="Google Shape;455;p9"/>
              <p:cNvSpPr/>
              <p:nvPr/>
            </p:nvSpPr>
            <p:spPr>
              <a:xfrm>
                <a:off x="8003652" y="240741"/>
                <a:ext cx="1797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456" name="Google Shape;456;p9"/>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457" name="Google Shape;457;p9"/>
          <p:cNvSpPr txBox="1">
            <a:spLocks noGrp="1"/>
          </p:cNvSpPr>
          <p:nvPr>
            <p:ph type="title"/>
          </p:nvPr>
        </p:nvSpPr>
        <p:spPr>
          <a:xfrm>
            <a:off x="2329584" y="1891660"/>
            <a:ext cx="7532800" cy="10208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4200"/>
              <a:buNone/>
              <a:defRPr sz="5600">
                <a:latin typeface="Krona One"/>
                <a:ea typeface="Krona One"/>
                <a:cs typeface="Krona One"/>
                <a:sym typeface="Krona One"/>
              </a:defRPr>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458" name="Google Shape;458;p9"/>
          <p:cNvSpPr txBox="1">
            <a:spLocks noGrp="1"/>
          </p:cNvSpPr>
          <p:nvPr>
            <p:ph type="subTitle" idx="1"/>
          </p:nvPr>
        </p:nvSpPr>
        <p:spPr>
          <a:xfrm>
            <a:off x="2329617" y="3047933"/>
            <a:ext cx="7532800" cy="898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a:solidFill>
                  <a:schemeClr val="dk1"/>
                </a:solidFill>
              </a:defRPr>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1806558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39"/>
        <p:cNvGrpSpPr/>
        <p:nvPr/>
      </p:nvGrpSpPr>
      <p:grpSpPr>
        <a:xfrm>
          <a:off x="0" y="0"/>
          <a:ext cx="0" cy="0"/>
          <a:chOff x="0" y="0"/>
          <a:chExt cx="0" cy="0"/>
        </a:xfrm>
      </p:grpSpPr>
      <p:grpSp>
        <p:nvGrpSpPr>
          <p:cNvPr id="540" name="Google Shape;540;p11"/>
          <p:cNvGrpSpPr/>
          <p:nvPr/>
        </p:nvGrpSpPr>
        <p:grpSpPr>
          <a:xfrm>
            <a:off x="-125" y="1467"/>
            <a:ext cx="12192125" cy="760533"/>
            <a:chOff x="-94" y="1100"/>
            <a:chExt cx="9144094" cy="570400"/>
          </a:xfrm>
        </p:grpSpPr>
        <p:grpSp>
          <p:nvGrpSpPr>
            <p:cNvPr id="541" name="Google Shape;541;p11"/>
            <p:cNvGrpSpPr/>
            <p:nvPr/>
          </p:nvGrpSpPr>
          <p:grpSpPr>
            <a:xfrm>
              <a:off x="300" y="1100"/>
              <a:ext cx="9143700" cy="570400"/>
              <a:chOff x="300" y="1100"/>
              <a:chExt cx="9143700" cy="570400"/>
            </a:xfrm>
          </p:grpSpPr>
          <p:sp>
            <p:nvSpPr>
              <p:cNvPr id="542" name="Google Shape;542;p11"/>
              <p:cNvSpPr/>
              <p:nvPr/>
            </p:nvSpPr>
            <p:spPr>
              <a:xfrm flipH="1">
                <a:off x="300" y="503400"/>
                <a:ext cx="9143700" cy="68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nvGrpSpPr>
              <p:cNvPr id="543" name="Google Shape;543;p11"/>
              <p:cNvGrpSpPr/>
              <p:nvPr/>
            </p:nvGrpSpPr>
            <p:grpSpPr>
              <a:xfrm flipH="1">
                <a:off x="449825" y="1100"/>
                <a:ext cx="8244106" cy="515409"/>
                <a:chOff x="720050" y="0"/>
                <a:chExt cx="7704052" cy="481646"/>
              </a:xfrm>
            </p:grpSpPr>
            <p:sp>
              <p:nvSpPr>
                <p:cNvPr id="544" name="Google Shape;544;p11"/>
                <p:cNvSpPr/>
                <p:nvPr/>
              </p:nvSpPr>
              <p:spPr>
                <a:xfrm>
                  <a:off x="720050"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45" name="Google Shape;545;p11"/>
                <p:cNvSpPr/>
                <p:nvPr/>
              </p:nvSpPr>
              <p:spPr>
                <a:xfrm>
                  <a:off x="960793"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46" name="Google Shape;546;p11"/>
                <p:cNvSpPr/>
                <p:nvPr/>
              </p:nvSpPr>
              <p:spPr>
                <a:xfrm>
                  <a:off x="120153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47" name="Google Shape;547;p11"/>
                <p:cNvSpPr/>
                <p:nvPr/>
              </p:nvSpPr>
              <p:spPr>
                <a:xfrm>
                  <a:off x="1442280"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48" name="Google Shape;548;p11"/>
                <p:cNvSpPr/>
                <p:nvPr/>
              </p:nvSpPr>
              <p:spPr>
                <a:xfrm>
                  <a:off x="168302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49" name="Google Shape;549;p11"/>
                <p:cNvSpPr/>
                <p:nvPr/>
              </p:nvSpPr>
              <p:spPr>
                <a:xfrm>
                  <a:off x="1923767"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50" name="Google Shape;550;p11"/>
                <p:cNvSpPr/>
                <p:nvPr/>
              </p:nvSpPr>
              <p:spPr>
                <a:xfrm>
                  <a:off x="216451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51" name="Google Shape;551;p11"/>
                <p:cNvSpPr/>
                <p:nvPr/>
              </p:nvSpPr>
              <p:spPr>
                <a:xfrm>
                  <a:off x="2405254"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52" name="Google Shape;552;p11"/>
                <p:cNvSpPr/>
                <p:nvPr/>
              </p:nvSpPr>
              <p:spPr>
                <a:xfrm>
                  <a:off x="264599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53" name="Google Shape;553;p11"/>
                <p:cNvSpPr/>
                <p:nvPr/>
              </p:nvSpPr>
              <p:spPr>
                <a:xfrm>
                  <a:off x="2886741"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54" name="Google Shape;554;p11"/>
                <p:cNvSpPr/>
                <p:nvPr/>
              </p:nvSpPr>
              <p:spPr>
                <a:xfrm>
                  <a:off x="312748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55" name="Google Shape;555;p11"/>
                <p:cNvSpPr/>
                <p:nvPr/>
              </p:nvSpPr>
              <p:spPr>
                <a:xfrm>
                  <a:off x="336822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56" name="Google Shape;556;p11"/>
                <p:cNvSpPr/>
                <p:nvPr/>
              </p:nvSpPr>
              <p:spPr>
                <a:xfrm>
                  <a:off x="360897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57" name="Google Shape;557;p11"/>
                <p:cNvSpPr/>
                <p:nvPr/>
              </p:nvSpPr>
              <p:spPr>
                <a:xfrm>
                  <a:off x="3849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58" name="Google Shape;558;p11"/>
                <p:cNvSpPr/>
                <p:nvPr/>
              </p:nvSpPr>
              <p:spPr>
                <a:xfrm>
                  <a:off x="4090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59" name="Google Shape;559;p11"/>
                <p:cNvSpPr/>
                <p:nvPr/>
              </p:nvSpPr>
              <p:spPr>
                <a:xfrm>
                  <a:off x="720050"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60" name="Google Shape;560;p11"/>
                <p:cNvSpPr/>
                <p:nvPr/>
              </p:nvSpPr>
              <p:spPr>
                <a:xfrm>
                  <a:off x="960793"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61" name="Google Shape;561;p11"/>
                <p:cNvSpPr/>
                <p:nvPr/>
              </p:nvSpPr>
              <p:spPr>
                <a:xfrm>
                  <a:off x="120153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62" name="Google Shape;562;p11"/>
                <p:cNvSpPr/>
                <p:nvPr/>
              </p:nvSpPr>
              <p:spPr>
                <a:xfrm>
                  <a:off x="1442280"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63" name="Google Shape;563;p11"/>
                <p:cNvSpPr/>
                <p:nvPr/>
              </p:nvSpPr>
              <p:spPr>
                <a:xfrm>
                  <a:off x="168302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64" name="Google Shape;564;p11"/>
                <p:cNvSpPr/>
                <p:nvPr/>
              </p:nvSpPr>
              <p:spPr>
                <a:xfrm>
                  <a:off x="1923767"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65" name="Google Shape;565;p11"/>
                <p:cNvSpPr/>
                <p:nvPr/>
              </p:nvSpPr>
              <p:spPr>
                <a:xfrm>
                  <a:off x="216451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66" name="Google Shape;566;p11"/>
                <p:cNvSpPr/>
                <p:nvPr/>
              </p:nvSpPr>
              <p:spPr>
                <a:xfrm>
                  <a:off x="2405254"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67" name="Google Shape;567;p11"/>
                <p:cNvSpPr/>
                <p:nvPr/>
              </p:nvSpPr>
              <p:spPr>
                <a:xfrm>
                  <a:off x="264599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68" name="Google Shape;568;p11"/>
                <p:cNvSpPr/>
                <p:nvPr/>
              </p:nvSpPr>
              <p:spPr>
                <a:xfrm>
                  <a:off x="2886741"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69" name="Google Shape;569;p11"/>
                <p:cNvSpPr/>
                <p:nvPr/>
              </p:nvSpPr>
              <p:spPr>
                <a:xfrm>
                  <a:off x="312748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70" name="Google Shape;570;p11"/>
                <p:cNvSpPr/>
                <p:nvPr/>
              </p:nvSpPr>
              <p:spPr>
                <a:xfrm>
                  <a:off x="336822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71" name="Google Shape;571;p11"/>
                <p:cNvSpPr/>
                <p:nvPr/>
              </p:nvSpPr>
              <p:spPr>
                <a:xfrm>
                  <a:off x="360897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72" name="Google Shape;572;p11"/>
                <p:cNvSpPr/>
                <p:nvPr/>
              </p:nvSpPr>
              <p:spPr>
                <a:xfrm>
                  <a:off x="3849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73" name="Google Shape;573;p11"/>
                <p:cNvSpPr/>
                <p:nvPr/>
              </p:nvSpPr>
              <p:spPr>
                <a:xfrm>
                  <a:off x="4090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74" name="Google Shape;574;p11"/>
                <p:cNvSpPr/>
                <p:nvPr/>
              </p:nvSpPr>
              <p:spPr>
                <a:xfrm>
                  <a:off x="433130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75" name="Google Shape;575;p11"/>
                <p:cNvSpPr/>
                <p:nvPr/>
              </p:nvSpPr>
              <p:spPr>
                <a:xfrm>
                  <a:off x="457205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76" name="Google Shape;576;p11"/>
                <p:cNvSpPr/>
                <p:nvPr/>
              </p:nvSpPr>
              <p:spPr>
                <a:xfrm>
                  <a:off x="481279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77" name="Google Shape;577;p11"/>
                <p:cNvSpPr/>
                <p:nvPr/>
              </p:nvSpPr>
              <p:spPr>
                <a:xfrm>
                  <a:off x="505353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78" name="Google Shape;578;p11"/>
                <p:cNvSpPr/>
                <p:nvPr/>
              </p:nvSpPr>
              <p:spPr>
                <a:xfrm>
                  <a:off x="529428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79" name="Google Shape;579;p11"/>
                <p:cNvSpPr/>
                <p:nvPr/>
              </p:nvSpPr>
              <p:spPr>
                <a:xfrm>
                  <a:off x="5535025"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80" name="Google Shape;580;p11"/>
                <p:cNvSpPr/>
                <p:nvPr/>
              </p:nvSpPr>
              <p:spPr>
                <a:xfrm>
                  <a:off x="577576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81" name="Google Shape;581;p11"/>
                <p:cNvSpPr/>
                <p:nvPr/>
              </p:nvSpPr>
              <p:spPr>
                <a:xfrm>
                  <a:off x="6016512"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82" name="Google Shape;582;p11"/>
                <p:cNvSpPr/>
                <p:nvPr/>
              </p:nvSpPr>
              <p:spPr>
                <a:xfrm>
                  <a:off x="625725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83" name="Google Shape;583;p11"/>
                <p:cNvSpPr/>
                <p:nvPr/>
              </p:nvSpPr>
              <p:spPr>
                <a:xfrm>
                  <a:off x="6497999"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84" name="Google Shape;584;p11"/>
                <p:cNvSpPr/>
                <p:nvPr/>
              </p:nvSpPr>
              <p:spPr>
                <a:xfrm>
                  <a:off x="673874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85" name="Google Shape;585;p11"/>
                <p:cNvSpPr/>
                <p:nvPr/>
              </p:nvSpPr>
              <p:spPr>
                <a:xfrm>
                  <a:off x="6979486"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86" name="Google Shape;586;p11"/>
                <p:cNvSpPr/>
                <p:nvPr/>
              </p:nvSpPr>
              <p:spPr>
                <a:xfrm>
                  <a:off x="722022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87" name="Google Shape;587;p11"/>
                <p:cNvSpPr/>
                <p:nvPr/>
              </p:nvSpPr>
              <p:spPr>
                <a:xfrm>
                  <a:off x="7460973"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88" name="Google Shape;588;p11"/>
                <p:cNvSpPr/>
                <p:nvPr/>
              </p:nvSpPr>
              <p:spPr>
                <a:xfrm>
                  <a:off x="433130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89" name="Google Shape;589;p11"/>
                <p:cNvSpPr/>
                <p:nvPr/>
              </p:nvSpPr>
              <p:spPr>
                <a:xfrm>
                  <a:off x="457205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90" name="Google Shape;590;p11"/>
                <p:cNvSpPr/>
                <p:nvPr/>
              </p:nvSpPr>
              <p:spPr>
                <a:xfrm>
                  <a:off x="481279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91" name="Google Shape;591;p11"/>
                <p:cNvSpPr/>
                <p:nvPr/>
              </p:nvSpPr>
              <p:spPr>
                <a:xfrm>
                  <a:off x="505353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92" name="Google Shape;592;p11"/>
                <p:cNvSpPr/>
                <p:nvPr/>
              </p:nvSpPr>
              <p:spPr>
                <a:xfrm>
                  <a:off x="529428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93" name="Google Shape;593;p11"/>
                <p:cNvSpPr/>
                <p:nvPr/>
              </p:nvSpPr>
              <p:spPr>
                <a:xfrm>
                  <a:off x="5535025"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94" name="Google Shape;594;p11"/>
                <p:cNvSpPr/>
                <p:nvPr/>
              </p:nvSpPr>
              <p:spPr>
                <a:xfrm>
                  <a:off x="577576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95" name="Google Shape;595;p11"/>
                <p:cNvSpPr/>
                <p:nvPr/>
              </p:nvSpPr>
              <p:spPr>
                <a:xfrm>
                  <a:off x="6016512"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96" name="Google Shape;596;p11"/>
                <p:cNvSpPr/>
                <p:nvPr/>
              </p:nvSpPr>
              <p:spPr>
                <a:xfrm>
                  <a:off x="625725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97" name="Google Shape;597;p11"/>
                <p:cNvSpPr/>
                <p:nvPr/>
              </p:nvSpPr>
              <p:spPr>
                <a:xfrm>
                  <a:off x="6497999"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98" name="Google Shape;598;p11"/>
                <p:cNvSpPr/>
                <p:nvPr/>
              </p:nvSpPr>
              <p:spPr>
                <a:xfrm>
                  <a:off x="673874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599" name="Google Shape;599;p11"/>
                <p:cNvSpPr/>
                <p:nvPr/>
              </p:nvSpPr>
              <p:spPr>
                <a:xfrm>
                  <a:off x="6979486"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00" name="Google Shape;600;p11"/>
                <p:cNvSpPr/>
                <p:nvPr/>
              </p:nvSpPr>
              <p:spPr>
                <a:xfrm>
                  <a:off x="722022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01" name="Google Shape;601;p11"/>
                <p:cNvSpPr/>
                <p:nvPr/>
              </p:nvSpPr>
              <p:spPr>
                <a:xfrm>
                  <a:off x="7460973"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02" name="Google Shape;602;p11"/>
                <p:cNvSpPr/>
                <p:nvPr/>
              </p:nvSpPr>
              <p:spPr>
                <a:xfrm>
                  <a:off x="7701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03" name="Google Shape;603;p11"/>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04" name="Google Shape;604;p11"/>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05" name="Google Shape;605;p11"/>
                <p:cNvSpPr/>
                <p:nvPr/>
              </p:nvSpPr>
              <p:spPr>
                <a:xfrm>
                  <a:off x="7701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06" name="Google Shape;606;p11"/>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07" name="Google Shape;607;p11"/>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608" name="Google Shape;608;p11"/>
            <p:cNvGrpSpPr/>
            <p:nvPr/>
          </p:nvGrpSpPr>
          <p:grpSpPr>
            <a:xfrm flipH="1">
              <a:off x="-94" y="1100"/>
              <a:ext cx="449926" cy="515409"/>
              <a:chOff x="7942458" y="0"/>
              <a:chExt cx="420452" cy="481646"/>
            </a:xfrm>
          </p:grpSpPr>
          <p:sp>
            <p:nvSpPr>
              <p:cNvPr id="609" name="Google Shape;609;p11"/>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10" name="Google Shape;610;p11"/>
              <p:cNvSpPr/>
              <p:nvPr/>
            </p:nvSpPr>
            <p:spPr>
              <a:xfrm>
                <a:off x="8183210" y="0"/>
                <a:ext cx="1797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11" name="Google Shape;611;p11"/>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12" name="Google Shape;612;p11"/>
              <p:cNvSpPr/>
              <p:nvPr/>
            </p:nvSpPr>
            <p:spPr>
              <a:xfrm>
                <a:off x="8183210" y="240741"/>
                <a:ext cx="1797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613" name="Google Shape;613;p11"/>
            <p:cNvGrpSpPr/>
            <p:nvPr/>
          </p:nvGrpSpPr>
          <p:grpSpPr>
            <a:xfrm flipH="1">
              <a:off x="8693950" y="1100"/>
              <a:ext cx="449923" cy="515409"/>
              <a:chOff x="8003652" y="0"/>
              <a:chExt cx="420450" cy="481646"/>
            </a:xfrm>
          </p:grpSpPr>
          <p:sp>
            <p:nvSpPr>
              <p:cNvPr id="614" name="Google Shape;614;p11"/>
              <p:cNvSpPr/>
              <p:nvPr/>
            </p:nvSpPr>
            <p:spPr>
              <a:xfrm>
                <a:off x="8003652" y="0"/>
                <a:ext cx="1797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15" name="Google Shape;615;p11"/>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16" name="Google Shape;616;p11"/>
              <p:cNvSpPr/>
              <p:nvPr/>
            </p:nvSpPr>
            <p:spPr>
              <a:xfrm>
                <a:off x="8003652" y="240741"/>
                <a:ext cx="1797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17" name="Google Shape;617;p11"/>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618" name="Google Shape;618;p11"/>
          <p:cNvSpPr txBox="1">
            <a:spLocks noGrp="1"/>
          </p:cNvSpPr>
          <p:nvPr>
            <p:ph type="title" hasCustomPrompt="1"/>
          </p:nvPr>
        </p:nvSpPr>
        <p:spPr>
          <a:xfrm>
            <a:off x="960000" y="1357600"/>
            <a:ext cx="10272000" cy="20976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3466"/>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619" name="Google Shape;619;p11"/>
          <p:cNvSpPr txBox="1">
            <a:spLocks noGrp="1"/>
          </p:cNvSpPr>
          <p:nvPr>
            <p:ph type="subTitle" idx="1"/>
          </p:nvPr>
        </p:nvSpPr>
        <p:spPr>
          <a:xfrm>
            <a:off x="960000" y="3601900"/>
            <a:ext cx="10272000" cy="6436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1400"/>
              <a:buNone/>
              <a:defRPr sz="2400">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extLst>
      <p:ext uri="{BB962C8B-B14F-4D97-AF65-F5344CB8AC3E}">
        <p14:creationId xmlns:p14="http://schemas.microsoft.com/office/powerpoint/2010/main" val="1853931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20"/>
        <p:cNvGrpSpPr/>
        <p:nvPr/>
      </p:nvGrpSpPr>
      <p:grpSpPr>
        <a:xfrm>
          <a:off x="0" y="0"/>
          <a:ext cx="0" cy="0"/>
          <a:chOff x="0" y="0"/>
          <a:chExt cx="0" cy="0"/>
        </a:xfrm>
      </p:grpSpPr>
    </p:spTree>
    <p:extLst>
      <p:ext uri="{BB962C8B-B14F-4D97-AF65-F5344CB8AC3E}">
        <p14:creationId xmlns:p14="http://schemas.microsoft.com/office/powerpoint/2010/main" val="2167644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21"/>
        <p:cNvGrpSpPr/>
        <p:nvPr/>
      </p:nvGrpSpPr>
      <p:grpSpPr>
        <a:xfrm>
          <a:off x="0" y="0"/>
          <a:ext cx="0" cy="0"/>
          <a:chOff x="0" y="0"/>
          <a:chExt cx="0" cy="0"/>
        </a:xfrm>
      </p:grpSpPr>
      <p:sp>
        <p:nvSpPr>
          <p:cNvPr id="622" name="Google Shape;622;p13"/>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2800"/>
              <a:buNone/>
              <a:defRPr>
                <a:latin typeface="Krona One"/>
                <a:ea typeface="Krona One"/>
                <a:cs typeface="Krona One"/>
                <a:sym typeface="Krona 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23" name="Google Shape;623;p13"/>
          <p:cNvSpPr txBox="1">
            <a:spLocks noGrp="1"/>
          </p:cNvSpPr>
          <p:nvPr>
            <p:ph type="title" idx="2" hasCustomPrompt="1"/>
          </p:nvPr>
        </p:nvSpPr>
        <p:spPr>
          <a:xfrm>
            <a:off x="1265451" y="2204900"/>
            <a:ext cx="1118400" cy="11208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6000"/>
              <a:buNone/>
              <a:defRPr sz="4000">
                <a:solidFill>
                  <a:schemeClr val="lt1"/>
                </a:solidFill>
                <a:latin typeface="Krona One"/>
                <a:ea typeface="Krona One"/>
                <a:cs typeface="Krona One"/>
                <a:sym typeface="Krona One"/>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624" name="Google Shape;624;p13"/>
          <p:cNvSpPr txBox="1">
            <a:spLocks noGrp="1"/>
          </p:cNvSpPr>
          <p:nvPr>
            <p:ph type="title" idx="3"/>
          </p:nvPr>
        </p:nvSpPr>
        <p:spPr>
          <a:xfrm>
            <a:off x="2587049" y="2204900"/>
            <a:ext cx="3130000" cy="464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4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a:endParaRPr/>
          </a:p>
        </p:txBody>
      </p:sp>
      <p:sp>
        <p:nvSpPr>
          <p:cNvPr id="625" name="Google Shape;625;p13"/>
          <p:cNvSpPr txBox="1">
            <a:spLocks noGrp="1"/>
          </p:cNvSpPr>
          <p:nvPr>
            <p:ph type="subTitle" idx="1"/>
          </p:nvPr>
        </p:nvSpPr>
        <p:spPr>
          <a:xfrm>
            <a:off x="2587049" y="2662633"/>
            <a:ext cx="3130000" cy="662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sz="1867">
                <a:latin typeface="Jost"/>
                <a:ea typeface="Jost"/>
                <a:cs typeface="Jost"/>
                <a:sym typeface="Jos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626" name="Google Shape;626;p13"/>
          <p:cNvSpPr txBox="1">
            <a:spLocks noGrp="1"/>
          </p:cNvSpPr>
          <p:nvPr>
            <p:ph type="title" idx="4" hasCustomPrompt="1"/>
          </p:nvPr>
        </p:nvSpPr>
        <p:spPr>
          <a:xfrm>
            <a:off x="1265451" y="4347200"/>
            <a:ext cx="1118400" cy="11184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6000"/>
              <a:buNone/>
              <a:defRPr sz="4000">
                <a:solidFill>
                  <a:schemeClr val="lt1"/>
                </a:solidFill>
                <a:latin typeface="Krona One"/>
                <a:ea typeface="Krona One"/>
                <a:cs typeface="Krona One"/>
                <a:sym typeface="Krona One"/>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627" name="Google Shape;627;p13"/>
          <p:cNvSpPr txBox="1">
            <a:spLocks noGrp="1"/>
          </p:cNvSpPr>
          <p:nvPr>
            <p:ph type="title" idx="5"/>
          </p:nvPr>
        </p:nvSpPr>
        <p:spPr>
          <a:xfrm>
            <a:off x="2587049" y="4345400"/>
            <a:ext cx="3130000" cy="464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4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a:endParaRPr/>
          </a:p>
        </p:txBody>
      </p:sp>
      <p:sp>
        <p:nvSpPr>
          <p:cNvPr id="628" name="Google Shape;628;p13"/>
          <p:cNvSpPr txBox="1">
            <a:spLocks noGrp="1"/>
          </p:cNvSpPr>
          <p:nvPr>
            <p:ph type="subTitle" idx="6"/>
          </p:nvPr>
        </p:nvSpPr>
        <p:spPr>
          <a:xfrm>
            <a:off x="2587049" y="4803133"/>
            <a:ext cx="3130000" cy="662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sz="1867">
                <a:latin typeface="Jost"/>
                <a:ea typeface="Jost"/>
                <a:cs typeface="Jost"/>
                <a:sym typeface="Jos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629" name="Google Shape;629;p13"/>
          <p:cNvSpPr txBox="1">
            <a:spLocks noGrp="1"/>
          </p:cNvSpPr>
          <p:nvPr>
            <p:ph type="title" idx="7" hasCustomPrompt="1"/>
          </p:nvPr>
        </p:nvSpPr>
        <p:spPr>
          <a:xfrm>
            <a:off x="6474949" y="2201467"/>
            <a:ext cx="1118400" cy="11184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6000"/>
              <a:buNone/>
              <a:defRPr sz="4000">
                <a:solidFill>
                  <a:schemeClr val="lt1"/>
                </a:solidFill>
                <a:latin typeface="Krona One"/>
                <a:ea typeface="Krona One"/>
                <a:cs typeface="Krona One"/>
                <a:sym typeface="Krona One"/>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630" name="Google Shape;630;p13"/>
          <p:cNvSpPr txBox="1">
            <a:spLocks noGrp="1"/>
          </p:cNvSpPr>
          <p:nvPr>
            <p:ph type="title" idx="8"/>
          </p:nvPr>
        </p:nvSpPr>
        <p:spPr>
          <a:xfrm>
            <a:off x="7796549" y="2204900"/>
            <a:ext cx="3130000" cy="464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4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a:endParaRPr/>
          </a:p>
        </p:txBody>
      </p:sp>
      <p:sp>
        <p:nvSpPr>
          <p:cNvPr id="631" name="Google Shape;631;p13"/>
          <p:cNvSpPr txBox="1">
            <a:spLocks noGrp="1"/>
          </p:cNvSpPr>
          <p:nvPr>
            <p:ph type="subTitle" idx="9"/>
          </p:nvPr>
        </p:nvSpPr>
        <p:spPr>
          <a:xfrm>
            <a:off x="7796549" y="2662632"/>
            <a:ext cx="3130000" cy="662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sz="1867">
                <a:latin typeface="Jost"/>
                <a:ea typeface="Jost"/>
                <a:cs typeface="Jost"/>
                <a:sym typeface="Jos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sp>
        <p:nvSpPr>
          <p:cNvPr id="632" name="Google Shape;632;p13"/>
          <p:cNvSpPr txBox="1">
            <a:spLocks noGrp="1"/>
          </p:cNvSpPr>
          <p:nvPr>
            <p:ph type="title" idx="13" hasCustomPrompt="1"/>
          </p:nvPr>
        </p:nvSpPr>
        <p:spPr>
          <a:xfrm>
            <a:off x="6477083" y="4347200"/>
            <a:ext cx="1118400" cy="11184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6000"/>
              <a:buNone/>
              <a:defRPr sz="4000">
                <a:solidFill>
                  <a:schemeClr val="lt1"/>
                </a:solidFill>
                <a:latin typeface="Krona One"/>
                <a:ea typeface="Krona One"/>
                <a:cs typeface="Krona One"/>
                <a:sym typeface="Krona One"/>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633" name="Google Shape;633;p13"/>
          <p:cNvSpPr txBox="1">
            <a:spLocks noGrp="1"/>
          </p:cNvSpPr>
          <p:nvPr>
            <p:ph type="title" idx="14"/>
          </p:nvPr>
        </p:nvSpPr>
        <p:spPr>
          <a:xfrm>
            <a:off x="7796549" y="4345401"/>
            <a:ext cx="3130000" cy="4644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2400">
                <a:latin typeface="Krona One"/>
                <a:ea typeface="Krona One"/>
                <a:cs typeface="Krona One"/>
                <a:sym typeface="Krona One"/>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a:endParaRPr/>
          </a:p>
        </p:txBody>
      </p:sp>
      <p:sp>
        <p:nvSpPr>
          <p:cNvPr id="634" name="Google Shape;634;p13"/>
          <p:cNvSpPr txBox="1">
            <a:spLocks noGrp="1"/>
          </p:cNvSpPr>
          <p:nvPr>
            <p:ph type="subTitle" idx="15"/>
          </p:nvPr>
        </p:nvSpPr>
        <p:spPr>
          <a:xfrm>
            <a:off x="7796549" y="4803133"/>
            <a:ext cx="3130000" cy="662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sz="1867">
                <a:latin typeface="Jost"/>
                <a:ea typeface="Jost"/>
                <a:cs typeface="Jost"/>
                <a:sym typeface="Jost"/>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endParaRPr/>
          </a:p>
        </p:txBody>
      </p:sp>
      <p:grpSp>
        <p:nvGrpSpPr>
          <p:cNvPr id="635" name="Google Shape;635;p13"/>
          <p:cNvGrpSpPr/>
          <p:nvPr/>
        </p:nvGrpSpPr>
        <p:grpSpPr>
          <a:xfrm>
            <a:off x="-22334" y="0"/>
            <a:ext cx="12236667" cy="6858000"/>
            <a:chOff x="-16750" y="0"/>
            <a:chExt cx="9177500" cy="5143500"/>
          </a:xfrm>
        </p:grpSpPr>
        <p:grpSp>
          <p:nvGrpSpPr>
            <p:cNvPr id="636" name="Google Shape;636;p13"/>
            <p:cNvGrpSpPr/>
            <p:nvPr/>
          </p:nvGrpSpPr>
          <p:grpSpPr>
            <a:xfrm rot="10800000" flipH="1">
              <a:off x="8693950" y="0"/>
              <a:ext cx="466800" cy="5143500"/>
              <a:chOff x="-16750" y="0"/>
              <a:chExt cx="466800" cy="5143500"/>
            </a:xfrm>
          </p:grpSpPr>
          <p:sp>
            <p:nvSpPr>
              <p:cNvPr id="637" name="Google Shape;637;p13"/>
              <p:cNvSpPr/>
              <p:nvPr/>
            </p:nvSpPr>
            <p:spPr>
              <a:xfrm>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38" name="Google Shape;638;p13"/>
              <p:cNvSpPr/>
              <p:nvPr/>
            </p:nvSpPr>
            <p:spPr>
              <a:xfrm>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39" name="Google Shape;639;p13"/>
              <p:cNvSpPr/>
              <p:nvPr/>
            </p:nvSpPr>
            <p:spPr>
              <a:xfrm>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40" name="Google Shape;640;p13"/>
              <p:cNvSpPr/>
              <p:nvPr/>
            </p:nvSpPr>
            <p:spPr>
              <a:xfrm>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41" name="Google Shape;641;p13"/>
              <p:cNvSpPr/>
              <p:nvPr/>
            </p:nvSpPr>
            <p:spPr>
              <a:xfrm>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42" name="Google Shape;642;p13"/>
              <p:cNvSpPr/>
              <p:nvPr/>
            </p:nvSpPr>
            <p:spPr>
              <a:xfrm>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43" name="Google Shape;643;p13"/>
              <p:cNvSpPr/>
              <p:nvPr/>
            </p:nvSpPr>
            <p:spPr>
              <a:xfrm>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44" name="Google Shape;644;p13"/>
              <p:cNvSpPr/>
              <p:nvPr/>
            </p:nvSpPr>
            <p:spPr>
              <a:xfrm>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45" name="Google Shape;645;p13"/>
              <p:cNvSpPr/>
              <p:nvPr/>
            </p:nvSpPr>
            <p:spPr>
              <a:xfrm>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646" name="Google Shape;646;p13"/>
            <p:cNvGrpSpPr/>
            <p:nvPr/>
          </p:nvGrpSpPr>
          <p:grpSpPr>
            <a:xfrm>
              <a:off x="-16750" y="0"/>
              <a:ext cx="466800" cy="5143500"/>
              <a:chOff x="-16750" y="0"/>
              <a:chExt cx="466800" cy="5143500"/>
            </a:xfrm>
          </p:grpSpPr>
          <p:sp>
            <p:nvSpPr>
              <p:cNvPr id="647" name="Google Shape;647;p13"/>
              <p:cNvSpPr/>
              <p:nvPr/>
            </p:nvSpPr>
            <p:spPr>
              <a:xfrm rot="10800000" flipH="1">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48" name="Google Shape;648;p13"/>
              <p:cNvSpPr/>
              <p:nvPr/>
            </p:nvSpPr>
            <p:spPr>
              <a:xfrm rot="10800000" flipH="1">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49" name="Google Shape;649;p13"/>
              <p:cNvSpPr/>
              <p:nvPr/>
            </p:nvSpPr>
            <p:spPr>
              <a:xfrm rot="10800000" flipH="1">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50" name="Google Shape;650;p13"/>
              <p:cNvSpPr/>
              <p:nvPr/>
            </p:nvSpPr>
            <p:spPr>
              <a:xfrm rot="10800000" flipH="1">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51" name="Google Shape;651;p13"/>
              <p:cNvSpPr/>
              <p:nvPr/>
            </p:nvSpPr>
            <p:spPr>
              <a:xfrm rot="10800000" flipH="1">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52" name="Google Shape;652;p13"/>
              <p:cNvSpPr/>
              <p:nvPr/>
            </p:nvSpPr>
            <p:spPr>
              <a:xfrm rot="10800000" flipH="1">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53" name="Google Shape;653;p13"/>
              <p:cNvSpPr/>
              <p:nvPr/>
            </p:nvSpPr>
            <p:spPr>
              <a:xfrm rot="10800000" flipH="1">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54" name="Google Shape;654;p13"/>
              <p:cNvSpPr/>
              <p:nvPr/>
            </p:nvSpPr>
            <p:spPr>
              <a:xfrm rot="10800000" flipH="1">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55" name="Google Shape;655;p13"/>
              <p:cNvSpPr/>
              <p:nvPr/>
            </p:nvSpPr>
            <p:spPr>
              <a:xfrm rot="10800000" flipH="1">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645032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656"/>
        <p:cNvGrpSpPr/>
        <p:nvPr/>
      </p:nvGrpSpPr>
      <p:grpSpPr>
        <a:xfrm>
          <a:off x="0" y="0"/>
          <a:ext cx="0" cy="0"/>
          <a:chOff x="0" y="0"/>
          <a:chExt cx="0" cy="0"/>
        </a:xfrm>
      </p:grpSpPr>
      <p:sp>
        <p:nvSpPr>
          <p:cNvPr id="657" name="Google Shape;657;p14"/>
          <p:cNvSpPr txBox="1">
            <a:spLocks noGrp="1"/>
          </p:cNvSpPr>
          <p:nvPr>
            <p:ph type="title"/>
          </p:nvPr>
        </p:nvSpPr>
        <p:spPr>
          <a:xfrm>
            <a:off x="1755233" y="4477200"/>
            <a:ext cx="8681600" cy="4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2667">
                <a:latin typeface="Krona One"/>
                <a:ea typeface="Krona One"/>
                <a:cs typeface="Krona One"/>
                <a:sym typeface="Krona One"/>
              </a:defRPr>
            </a:lvl1pPr>
            <a:lvl2pPr lvl="1" algn="ctr" rtl="0">
              <a:spcBef>
                <a:spcPts val="0"/>
              </a:spcBef>
              <a:spcAft>
                <a:spcPts val="0"/>
              </a:spcAft>
              <a:buSzPts val="2800"/>
              <a:buNone/>
              <a:defRPr>
                <a:latin typeface="Lato"/>
                <a:ea typeface="Lato"/>
                <a:cs typeface="Lato"/>
                <a:sym typeface="Lato"/>
              </a:defRPr>
            </a:lvl2pPr>
            <a:lvl3pPr lvl="2" algn="ctr" rtl="0">
              <a:spcBef>
                <a:spcPts val="0"/>
              </a:spcBef>
              <a:spcAft>
                <a:spcPts val="0"/>
              </a:spcAft>
              <a:buSzPts val="2800"/>
              <a:buNone/>
              <a:defRPr>
                <a:latin typeface="Lato"/>
                <a:ea typeface="Lato"/>
                <a:cs typeface="Lato"/>
                <a:sym typeface="Lato"/>
              </a:defRPr>
            </a:lvl3pPr>
            <a:lvl4pPr lvl="3" algn="ctr" rtl="0">
              <a:spcBef>
                <a:spcPts val="0"/>
              </a:spcBef>
              <a:spcAft>
                <a:spcPts val="0"/>
              </a:spcAft>
              <a:buSzPts val="2800"/>
              <a:buNone/>
              <a:defRPr>
                <a:latin typeface="Lato"/>
                <a:ea typeface="Lato"/>
                <a:cs typeface="Lato"/>
                <a:sym typeface="Lato"/>
              </a:defRPr>
            </a:lvl4pPr>
            <a:lvl5pPr lvl="4" algn="ctr" rtl="0">
              <a:spcBef>
                <a:spcPts val="0"/>
              </a:spcBef>
              <a:spcAft>
                <a:spcPts val="0"/>
              </a:spcAft>
              <a:buSzPts val="2800"/>
              <a:buNone/>
              <a:defRPr>
                <a:latin typeface="Lato"/>
                <a:ea typeface="Lato"/>
                <a:cs typeface="Lato"/>
                <a:sym typeface="Lato"/>
              </a:defRPr>
            </a:lvl5pPr>
            <a:lvl6pPr lvl="5" algn="ctr" rtl="0">
              <a:spcBef>
                <a:spcPts val="0"/>
              </a:spcBef>
              <a:spcAft>
                <a:spcPts val="0"/>
              </a:spcAft>
              <a:buSzPts val="2800"/>
              <a:buNone/>
              <a:defRPr>
                <a:latin typeface="Lato"/>
                <a:ea typeface="Lato"/>
                <a:cs typeface="Lato"/>
                <a:sym typeface="Lato"/>
              </a:defRPr>
            </a:lvl6pPr>
            <a:lvl7pPr lvl="6" algn="ctr" rtl="0">
              <a:spcBef>
                <a:spcPts val="0"/>
              </a:spcBef>
              <a:spcAft>
                <a:spcPts val="0"/>
              </a:spcAft>
              <a:buSzPts val="2800"/>
              <a:buNone/>
              <a:defRPr>
                <a:latin typeface="Lato"/>
                <a:ea typeface="Lato"/>
                <a:cs typeface="Lato"/>
                <a:sym typeface="Lato"/>
              </a:defRPr>
            </a:lvl7pPr>
            <a:lvl8pPr lvl="7" algn="ctr" rtl="0">
              <a:spcBef>
                <a:spcPts val="0"/>
              </a:spcBef>
              <a:spcAft>
                <a:spcPts val="0"/>
              </a:spcAft>
              <a:buSzPts val="2800"/>
              <a:buNone/>
              <a:defRPr>
                <a:latin typeface="Lato"/>
                <a:ea typeface="Lato"/>
                <a:cs typeface="Lato"/>
                <a:sym typeface="Lato"/>
              </a:defRPr>
            </a:lvl8pPr>
            <a:lvl9pPr lvl="8" algn="ctr" rtl="0">
              <a:spcBef>
                <a:spcPts val="0"/>
              </a:spcBef>
              <a:spcAft>
                <a:spcPts val="0"/>
              </a:spcAft>
              <a:buSzPts val="2800"/>
              <a:buNone/>
              <a:defRPr>
                <a:latin typeface="Lato"/>
                <a:ea typeface="Lato"/>
                <a:cs typeface="Lato"/>
                <a:sym typeface="Lato"/>
              </a:defRPr>
            </a:lvl9pPr>
          </a:lstStyle>
          <a:p>
            <a:endParaRPr/>
          </a:p>
        </p:txBody>
      </p:sp>
      <p:sp>
        <p:nvSpPr>
          <p:cNvPr id="658" name="Google Shape;658;p14"/>
          <p:cNvSpPr txBox="1">
            <a:spLocks noGrp="1"/>
          </p:cNvSpPr>
          <p:nvPr>
            <p:ph type="subTitle" idx="1"/>
          </p:nvPr>
        </p:nvSpPr>
        <p:spPr>
          <a:xfrm>
            <a:off x="1755233" y="1916400"/>
            <a:ext cx="8681600" cy="2358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1400"/>
              <a:buNone/>
              <a:defRPr sz="4000">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endParaRPr/>
          </a:p>
        </p:txBody>
      </p:sp>
      <p:grpSp>
        <p:nvGrpSpPr>
          <p:cNvPr id="659" name="Google Shape;659;p14"/>
          <p:cNvGrpSpPr/>
          <p:nvPr/>
        </p:nvGrpSpPr>
        <p:grpSpPr>
          <a:xfrm>
            <a:off x="-125" y="1467"/>
            <a:ext cx="12192125" cy="760533"/>
            <a:chOff x="-94" y="1100"/>
            <a:chExt cx="9144094" cy="570400"/>
          </a:xfrm>
        </p:grpSpPr>
        <p:grpSp>
          <p:nvGrpSpPr>
            <p:cNvPr id="660" name="Google Shape;660;p14"/>
            <p:cNvGrpSpPr/>
            <p:nvPr/>
          </p:nvGrpSpPr>
          <p:grpSpPr>
            <a:xfrm>
              <a:off x="300" y="1100"/>
              <a:ext cx="9143700" cy="570400"/>
              <a:chOff x="300" y="1100"/>
              <a:chExt cx="9143700" cy="570400"/>
            </a:xfrm>
          </p:grpSpPr>
          <p:sp>
            <p:nvSpPr>
              <p:cNvPr id="661" name="Google Shape;661;p14"/>
              <p:cNvSpPr/>
              <p:nvPr/>
            </p:nvSpPr>
            <p:spPr>
              <a:xfrm flipH="1">
                <a:off x="300" y="503400"/>
                <a:ext cx="9143700" cy="68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nvGrpSpPr>
              <p:cNvPr id="662" name="Google Shape;662;p14"/>
              <p:cNvGrpSpPr/>
              <p:nvPr/>
            </p:nvGrpSpPr>
            <p:grpSpPr>
              <a:xfrm flipH="1">
                <a:off x="449825" y="1100"/>
                <a:ext cx="8244106" cy="515409"/>
                <a:chOff x="720050" y="0"/>
                <a:chExt cx="7704052" cy="481646"/>
              </a:xfrm>
            </p:grpSpPr>
            <p:sp>
              <p:nvSpPr>
                <p:cNvPr id="663" name="Google Shape;663;p14"/>
                <p:cNvSpPr/>
                <p:nvPr/>
              </p:nvSpPr>
              <p:spPr>
                <a:xfrm>
                  <a:off x="720050"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64" name="Google Shape;664;p14"/>
                <p:cNvSpPr/>
                <p:nvPr/>
              </p:nvSpPr>
              <p:spPr>
                <a:xfrm>
                  <a:off x="960793"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65" name="Google Shape;665;p14"/>
                <p:cNvSpPr/>
                <p:nvPr/>
              </p:nvSpPr>
              <p:spPr>
                <a:xfrm>
                  <a:off x="120153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66" name="Google Shape;666;p14"/>
                <p:cNvSpPr/>
                <p:nvPr/>
              </p:nvSpPr>
              <p:spPr>
                <a:xfrm>
                  <a:off x="1442280"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67" name="Google Shape;667;p14"/>
                <p:cNvSpPr/>
                <p:nvPr/>
              </p:nvSpPr>
              <p:spPr>
                <a:xfrm>
                  <a:off x="168302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68" name="Google Shape;668;p14"/>
                <p:cNvSpPr/>
                <p:nvPr/>
              </p:nvSpPr>
              <p:spPr>
                <a:xfrm>
                  <a:off x="1923767"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69" name="Google Shape;669;p14"/>
                <p:cNvSpPr/>
                <p:nvPr/>
              </p:nvSpPr>
              <p:spPr>
                <a:xfrm>
                  <a:off x="216451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70" name="Google Shape;670;p14"/>
                <p:cNvSpPr/>
                <p:nvPr/>
              </p:nvSpPr>
              <p:spPr>
                <a:xfrm>
                  <a:off x="2405254"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71" name="Google Shape;671;p14"/>
                <p:cNvSpPr/>
                <p:nvPr/>
              </p:nvSpPr>
              <p:spPr>
                <a:xfrm>
                  <a:off x="264599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72" name="Google Shape;672;p14"/>
                <p:cNvSpPr/>
                <p:nvPr/>
              </p:nvSpPr>
              <p:spPr>
                <a:xfrm>
                  <a:off x="2886741"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73" name="Google Shape;673;p14"/>
                <p:cNvSpPr/>
                <p:nvPr/>
              </p:nvSpPr>
              <p:spPr>
                <a:xfrm>
                  <a:off x="312748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74" name="Google Shape;674;p14"/>
                <p:cNvSpPr/>
                <p:nvPr/>
              </p:nvSpPr>
              <p:spPr>
                <a:xfrm>
                  <a:off x="336822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75" name="Google Shape;675;p14"/>
                <p:cNvSpPr/>
                <p:nvPr/>
              </p:nvSpPr>
              <p:spPr>
                <a:xfrm>
                  <a:off x="360897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76" name="Google Shape;676;p14"/>
                <p:cNvSpPr/>
                <p:nvPr/>
              </p:nvSpPr>
              <p:spPr>
                <a:xfrm>
                  <a:off x="3849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77" name="Google Shape;677;p14"/>
                <p:cNvSpPr/>
                <p:nvPr/>
              </p:nvSpPr>
              <p:spPr>
                <a:xfrm>
                  <a:off x="4090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78" name="Google Shape;678;p14"/>
                <p:cNvSpPr/>
                <p:nvPr/>
              </p:nvSpPr>
              <p:spPr>
                <a:xfrm>
                  <a:off x="720050"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79" name="Google Shape;679;p14"/>
                <p:cNvSpPr/>
                <p:nvPr/>
              </p:nvSpPr>
              <p:spPr>
                <a:xfrm>
                  <a:off x="960793"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80" name="Google Shape;680;p14"/>
                <p:cNvSpPr/>
                <p:nvPr/>
              </p:nvSpPr>
              <p:spPr>
                <a:xfrm>
                  <a:off x="120153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81" name="Google Shape;681;p14"/>
                <p:cNvSpPr/>
                <p:nvPr/>
              </p:nvSpPr>
              <p:spPr>
                <a:xfrm>
                  <a:off x="1442280"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82" name="Google Shape;682;p14"/>
                <p:cNvSpPr/>
                <p:nvPr/>
              </p:nvSpPr>
              <p:spPr>
                <a:xfrm>
                  <a:off x="168302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83" name="Google Shape;683;p14"/>
                <p:cNvSpPr/>
                <p:nvPr/>
              </p:nvSpPr>
              <p:spPr>
                <a:xfrm>
                  <a:off x="1923767"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84" name="Google Shape;684;p14"/>
                <p:cNvSpPr/>
                <p:nvPr/>
              </p:nvSpPr>
              <p:spPr>
                <a:xfrm>
                  <a:off x="216451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85" name="Google Shape;685;p14"/>
                <p:cNvSpPr/>
                <p:nvPr/>
              </p:nvSpPr>
              <p:spPr>
                <a:xfrm>
                  <a:off x="2405254"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86" name="Google Shape;686;p14"/>
                <p:cNvSpPr/>
                <p:nvPr/>
              </p:nvSpPr>
              <p:spPr>
                <a:xfrm>
                  <a:off x="264599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87" name="Google Shape;687;p14"/>
                <p:cNvSpPr/>
                <p:nvPr/>
              </p:nvSpPr>
              <p:spPr>
                <a:xfrm>
                  <a:off x="2886741"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88" name="Google Shape;688;p14"/>
                <p:cNvSpPr/>
                <p:nvPr/>
              </p:nvSpPr>
              <p:spPr>
                <a:xfrm>
                  <a:off x="312748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89" name="Google Shape;689;p14"/>
                <p:cNvSpPr/>
                <p:nvPr/>
              </p:nvSpPr>
              <p:spPr>
                <a:xfrm>
                  <a:off x="336822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90" name="Google Shape;690;p14"/>
                <p:cNvSpPr/>
                <p:nvPr/>
              </p:nvSpPr>
              <p:spPr>
                <a:xfrm>
                  <a:off x="360897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91" name="Google Shape;691;p14"/>
                <p:cNvSpPr/>
                <p:nvPr/>
              </p:nvSpPr>
              <p:spPr>
                <a:xfrm>
                  <a:off x="3849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92" name="Google Shape;692;p14"/>
                <p:cNvSpPr/>
                <p:nvPr/>
              </p:nvSpPr>
              <p:spPr>
                <a:xfrm>
                  <a:off x="4090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93" name="Google Shape;693;p14"/>
                <p:cNvSpPr/>
                <p:nvPr/>
              </p:nvSpPr>
              <p:spPr>
                <a:xfrm>
                  <a:off x="433130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94" name="Google Shape;694;p14"/>
                <p:cNvSpPr/>
                <p:nvPr/>
              </p:nvSpPr>
              <p:spPr>
                <a:xfrm>
                  <a:off x="457205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95" name="Google Shape;695;p14"/>
                <p:cNvSpPr/>
                <p:nvPr/>
              </p:nvSpPr>
              <p:spPr>
                <a:xfrm>
                  <a:off x="481279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96" name="Google Shape;696;p14"/>
                <p:cNvSpPr/>
                <p:nvPr/>
              </p:nvSpPr>
              <p:spPr>
                <a:xfrm>
                  <a:off x="505353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97" name="Google Shape;697;p14"/>
                <p:cNvSpPr/>
                <p:nvPr/>
              </p:nvSpPr>
              <p:spPr>
                <a:xfrm>
                  <a:off x="529428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98" name="Google Shape;698;p14"/>
                <p:cNvSpPr/>
                <p:nvPr/>
              </p:nvSpPr>
              <p:spPr>
                <a:xfrm>
                  <a:off x="5535025"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699" name="Google Shape;699;p14"/>
                <p:cNvSpPr/>
                <p:nvPr/>
              </p:nvSpPr>
              <p:spPr>
                <a:xfrm>
                  <a:off x="577576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00" name="Google Shape;700;p14"/>
                <p:cNvSpPr/>
                <p:nvPr/>
              </p:nvSpPr>
              <p:spPr>
                <a:xfrm>
                  <a:off x="6016512"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01" name="Google Shape;701;p14"/>
                <p:cNvSpPr/>
                <p:nvPr/>
              </p:nvSpPr>
              <p:spPr>
                <a:xfrm>
                  <a:off x="625725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02" name="Google Shape;702;p14"/>
                <p:cNvSpPr/>
                <p:nvPr/>
              </p:nvSpPr>
              <p:spPr>
                <a:xfrm>
                  <a:off x="6497999"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03" name="Google Shape;703;p14"/>
                <p:cNvSpPr/>
                <p:nvPr/>
              </p:nvSpPr>
              <p:spPr>
                <a:xfrm>
                  <a:off x="673874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04" name="Google Shape;704;p14"/>
                <p:cNvSpPr/>
                <p:nvPr/>
              </p:nvSpPr>
              <p:spPr>
                <a:xfrm>
                  <a:off x="6979486"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05" name="Google Shape;705;p14"/>
                <p:cNvSpPr/>
                <p:nvPr/>
              </p:nvSpPr>
              <p:spPr>
                <a:xfrm>
                  <a:off x="722022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06" name="Google Shape;706;p14"/>
                <p:cNvSpPr/>
                <p:nvPr/>
              </p:nvSpPr>
              <p:spPr>
                <a:xfrm>
                  <a:off x="7460973"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07" name="Google Shape;707;p14"/>
                <p:cNvSpPr/>
                <p:nvPr/>
              </p:nvSpPr>
              <p:spPr>
                <a:xfrm>
                  <a:off x="433130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08" name="Google Shape;708;p14"/>
                <p:cNvSpPr/>
                <p:nvPr/>
              </p:nvSpPr>
              <p:spPr>
                <a:xfrm>
                  <a:off x="457205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09" name="Google Shape;709;p14"/>
                <p:cNvSpPr/>
                <p:nvPr/>
              </p:nvSpPr>
              <p:spPr>
                <a:xfrm>
                  <a:off x="481279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10" name="Google Shape;710;p14"/>
                <p:cNvSpPr/>
                <p:nvPr/>
              </p:nvSpPr>
              <p:spPr>
                <a:xfrm>
                  <a:off x="505353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11" name="Google Shape;711;p14"/>
                <p:cNvSpPr/>
                <p:nvPr/>
              </p:nvSpPr>
              <p:spPr>
                <a:xfrm>
                  <a:off x="529428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12" name="Google Shape;712;p14"/>
                <p:cNvSpPr/>
                <p:nvPr/>
              </p:nvSpPr>
              <p:spPr>
                <a:xfrm>
                  <a:off x="5535025"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13" name="Google Shape;713;p14"/>
                <p:cNvSpPr/>
                <p:nvPr/>
              </p:nvSpPr>
              <p:spPr>
                <a:xfrm>
                  <a:off x="577576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14" name="Google Shape;714;p14"/>
                <p:cNvSpPr/>
                <p:nvPr/>
              </p:nvSpPr>
              <p:spPr>
                <a:xfrm>
                  <a:off x="6016512"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15" name="Google Shape;715;p14"/>
                <p:cNvSpPr/>
                <p:nvPr/>
              </p:nvSpPr>
              <p:spPr>
                <a:xfrm>
                  <a:off x="625725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16" name="Google Shape;716;p14"/>
                <p:cNvSpPr/>
                <p:nvPr/>
              </p:nvSpPr>
              <p:spPr>
                <a:xfrm>
                  <a:off x="6497999"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17" name="Google Shape;717;p14"/>
                <p:cNvSpPr/>
                <p:nvPr/>
              </p:nvSpPr>
              <p:spPr>
                <a:xfrm>
                  <a:off x="673874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18" name="Google Shape;718;p14"/>
                <p:cNvSpPr/>
                <p:nvPr/>
              </p:nvSpPr>
              <p:spPr>
                <a:xfrm>
                  <a:off x="6979486"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19" name="Google Shape;719;p14"/>
                <p:cNvSpPr/>
                <p:nvPr/>
              </p:nvSpPr>
              <p:spPr>
                <a:xfrm>
                  <a:off x="722022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20" name="Google Shape;720;p14"/>
                <p:cNvSpPr/>
                <p:nvPr/>
              </p:nvSpPr>
              <p:spPr>
                <a:xfrm>
                  <a:off x="7460973"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21" name="Google Shape;721;p14"/>
                <p:cNvSpPr/>
                <p:nvPr/>
              </p:nvSpPr>
              <p:spPr>
                <a:xfrm>
                  <a:off x="7701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22" name="Google Shape;722;p14"/>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23" name="Google Shape;723;p14"/>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24" name="Google Shape;724;p14"/>
                <p:cNvSpPr/>
                <p:nvPr/>
              </p:nvSpPr>
              <p:spPr>
                <a:xfrm>
                  <a:off x="7701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25" name="Google Shape;725;p14"/>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26" name="Google Shape;726;p14"/>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727" name="Google Shape;727;p14"/>
            <p:cNvGrpSpPr/>
            <p:nvPr/>
          </p:nvGrpSpPr>
          <p:grpSpPr>
            <a:xfrm flipH="1">
              <a:off x="-94" y="1100"/>
              <a:ext cx="449926" cy="515409"/>
              <a:chOff x="7942458" y="0"/>
              <a:chExt cx="420452" cy="481646"/>
            </a:xfrm>
          </p:grpSpPr>
          <p:sp>
            <p:nvSpPr>
              <p:cNvPr id="728" name="Google Shape;728;p14"/>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29" name="Google Shape;729;p14"/>
              <p:cNvSpPr/>
              <p:nvPr/>
            </p:nvSpPr>
            <p:spPr>
              <a:xfrm>
                <a:off x="8183210" y="0"/>
                <a:ext cx="1797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30" name="Google Shape;730;p14"/>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31" name="Google Shape;731;p14"/>
              <p:cNvSpPr/>
              <p:nvPr/>
            </p:nvSpPr>
            <p:spPr>
              <a:xfrm>
                <a:off x="8183210" y="240741"/>
                <a:ext cx="1797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732" name="Google Shape;732;p14"/>
            <p:cNvGrpSpPr/>
            <p:nvPr/>
          </p:nvGrpSpPr>
          <p:grpSpPr>
            <a:xfrm flipH="1">
              <a:off x="8693950" y="1100"/>
              <a:ext cx="449923" cy="515409"/>
              <a:chOff x="8003652" y="0"/>
              <a:chExt cx="420450" cy="481646"/>
            </a:xfrm>
          </p:grpSpPr>
          <p:sp>
            <p:nvSpPr>
              <p:cNvPr id="733" name="Google Shape;733;p14"/>
              <p:cNvSpPr/>
              <p:nvPr/>
            </p:nvSpPr>
            <p:spPr>
              <a:xfrm>
                <a:off x="8003652" y="0"/>
                <a:ext cx="1797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34" name="Google Shape;734;p14"/>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35" name="Google Shape;735;p14"/>
              <p:cNvSpPr/>
              <p:nvPr/>
            </p:nvSpPr>
            <p:spPr>
              <a:xfrm>
                <a:off x="8003652" y="240741"/>
                <a:ext cx="1797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36" name="Google Shape;736;p14"/>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737" name="Google Shape;737;p14"/>
          <p:cNvGrpSpPr/>
          <p:nvPr/>
        </p:nvGrpSpPr>
        <p:grpSpPr>
          <a:xfrm rot="10800000">
            <a:off x="-125" y="6097467"/>
            <a:ext cx="12192125" cy="760533"/>
            <a:chOff x="-94" y="1100"/>
            <a:chExt cx="9144094" cy="570400"/>
          </a:xfrm>
        </p:grpSpPr>
        <p:grpSp>
          <p:nvGrpSpPr>
            <p:cNvPr id="738" name="Google Shape;738;p14"/>
            <p:cNvGrpSpPr/>
            <p:nvPr/>
          </p:nvGrpSpPr>
          <p:grpSpPr>
            <a:xfrm>
              <a:off x="300" y="1100"/>
              <a:ext cx="9143700" cy="570400"/>
              <a:chOff x="300" y="1100"/>
              <a:chExt cx="9143700" cy="570400"/>
            </a:xfrm>
          </p:grpSpPr>
          <p:sp>
            <p:nvSpPr>
              <p:cNvPr id="739" name="Google Shape;739;p14"/>
              <p:cNvSpPr/>
              <p:nvPr/>
            </p:nvSpPr>
            <p:spPr>
              <a:xfrm flipH="1">
                <a:off x="300" y="503400"/>
                <a:ext cx="9143700" cy="68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nvGrpSpPr>
              <p:cNvPr id="740" name="Google Shape;740;p14"/>
              <p:cNvGrpSpPr/>
              <p:nvPr/>
            </p:nvGrpSpPr>
            <p:grpSpPr>
              <a:xfrm flipH="1">
                <a:off x="449825" y="1100"/>
                <a:ext cx="8244106" cy="515409"/>
                <a:chOff x="720050" y="0"/>
                <a:chExt cx="7704052" cy="481646"/>
              </a:xfrm>
            </p:grpSpPr>
            <p:sp>
              <p:nvSpPr>
                <p:cNvPr id="741" name="Google Shape;741;p14"/>
                <p:cNvSpPr/>
                <p:nvPr/>
              </p:nvSpPr>
              <p:spPr>
                <a:xfrm>
                  <a:off x="720050"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42" name="Google Shape;742;p14"/>
                <p:cNvSpPr/>
                <p:nvPr/>
              </p:nvSpPr>
              <p:spPr>
                <a:xfrm>
                  <a:off x="960793"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43" name="Google Shape;743;p14"/>
                <p:cNvSpPr/>
                <p:nvPr/>
              </p:nvSpPr>
              <p:spPr>
                <a:xfrm>
                  <a:off x="120153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44" name="Google Shape;744;p14"/>
                <p:cNvSpPr/>
                <p:nvPr/>
              </p:nvSpPr>
              <p:spPr>
                <a:xfrm>
                  <a:off x="1442280"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45" name="Google Shape;745;p14"/>
                <p:cNvSpPr/>
                <p:nvPr/>
              </p:nvSpPr>
              <p:spPr>
                <a:xfrm>
                  <a:off x="168302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46" name="Google Shape;746;p14"/>
                <p:cNvSpPr/>
                <p:nvPr/>
              </p:nvSpPr>
              <p:spPr>
                <a:xfrm>
                  <a:off x="1923767"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47" name="Google Shape;747;p14"/>
                <p:cNvSpPr/>
                <p:nvPr/>
              </p:nvSpPr>
              <p:spPr>
                <a:xfrm>
                  <a:off x="216451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48" name="Google Shape;748;p14"/>
                <p:cNvSpPr/>
                <p:nvPr/>
              </p:nvSpPr>
              <p:spPr>
                <a:xfrm>
                  <a:off x="2405254"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49" name="Google Shape;749;p14"/>
                <p:cNvSpPr/>
                <p:nvPr/>
              </p:nvSpPr>
              <p:spPr>
                <a:xfrm>
                  <a:off x="264599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50" name="Google Shape;750;p14"/>
                <p:cNvSpPr/>
                <p:nvPr/>
              </p:nvSpPr>
              <p:spPr>
                <a:xfrm>
                  <a:off x="2886741"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51" name="Google Shape;751;p14"/>
                <p:cNvSpPr/>
                <p:nvPr/>
              </p:nvSpPr>
              <p:spPr>
                <a:xfrm>
                  <a:off x="312748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52" name="Google Shape;752;p14"/>
                <p:cNvSpPr/>
                <p:nvPr/>
              </p:nvSpPr>
              <p:spPr>
                <a:xfrm>
                  <a:off x="336822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53" name="Google Shape;753;p14"/>
                <p:cNvSpPr/>
                <p:nvPr/>
              </p:nvSpPr>
              <p:spPr>
                <a:xfrm>
                  <a:off x="360897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54" name="Google Shape;754;p14"/>
                <p:cNvSpPr/>
                <p:nvPr/>
              </p:nvSpPr>
              <p:spPr>
                <a:xfrm>
                  <a:off x="3849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55" name="Google Shape;755;p14"/>
                <p:cNvSpPr/>
                <p:nvPr/>
              </p:nvSpPr>
              <p:spPr>
                <a:xfrm>
                  <a:off x="4090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56" name="Google Shape;756;p14"/>
                <p:cNvSpPr/>
                <p:nvPr/>
              </p:nvSpPr>
              <p:spPr>
                <a:xfrm>
                  <a:off x="720050"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57" name="Google Shape;757;p14"/>
                <p:cNvSpPr/>
                <p:nvPr/>
              </p:nvSpPr>
              <p:spPr>
                <a:xfrm>
                  <a:off x="960793"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58" name="Google Shape;758;p14"/>
                <p:cNvSpPr/>
                <p:nvPr/>
              </p:nvSpPr>
              <p:spPr>
                <a:xfrm>
                  <a:off x="120153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59" name="Google Shape;759;p14"/>
                <p:cNvSpPr/>
                <p:nvPr/>
              </p:nvSpPr>
              <p:spPr>
                <a:xfrm>
                  <a:off x="1442280"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60" name="Google Shape;760;p14"/>
                <p:cNvSpPr/>
                <p:nvPr/>
              </p:nvSpPr>
              <p:spPr>
                <a:xfrm>
                  <a:off x="168302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61" name="Google Shape;761;p14"/>
                <p:cNvSpPr/>
                <p:nvPr/>
              </p:nvSpPr>
              <p:spPr>
                <a:xfrm>
                  <a:off x="1923767"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62" name="Google Shape;762;p14"/>
                <p:cNvSpPr/>
                <p:nvPr/>
              </p:nvSpPr>
              <p:spPr>
                <a:xfrm>
                  <a:off x="216451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63" name="Google Shape;763;p14"/>
                <p:cNvSpPr/>
                <p:nvPr/>
              </p:nvSpPr>
              <p:spPr>
                <a:xfrm>
                  <a:off x="2405254"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64" name="Google Shape;764;p14"/>
                <p:cNvSpPr/>
                <p:nvPr/>
              </p:nvSpPr>
              <p:spPr>
                <a:xfrm>
                  <a:off x="264599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65" name="Google Shape;765;p14"/>
                <p:cNvSpPr/>
                <p:nvPr/>
              </p:nvSpPr>
              <p:spPr>
                <a:xfrm>
                  <a:off x="2886741"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66" name="Google Shape;766;p14"/>
                <p:cNvSpPr/>
                <p:nvPr/>
              </p:nvSpPr>
              <p:spPr>
                <a:xfrm>
                  <a:off x="312748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67" name="Google Shape;767;p14"/>
                <p:cNvSpPr/>
                <p:nvPr/>
              </p:nvSpPr>
              <p:spPr>
                <a:xfrm>
                  <a:off x="336822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68" name="Google Shape;768;p14"/>
                <p:cNvSpPr/>
                <p:nvPr/>
              </p:nvSpPr>
              <p:spPr>
                <a:xfrm>
                  <a:off x="360897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69" name="Google Shape;769;p14"/>
                <p:cNvSpPr/>
                <p:nvPr/>
              </p:nvSpPr>
              <p:spPr>
                <a:xfrm>
                  <a:off x="3849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70" name="Google Shape;770;p14"/>
                <p:cNvSpPr/>
                <p:nvPr/>
              </p:nvSpPr>
              <p:spPr>
                <a:xfrm>
                  <a:off x="4090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71" name="Google Shape;771;p14"/>
                <p:cNvSpPr/>
                <p:nvPr/>
              </p:nvSpPr>
              <p:spPr>
                <a:xfrm>
                  <a:off x="433130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72" name="Google Shape;772;p14"/>
                <p:cNvSpPr/>
                <p:nvPr/>
              </p:nvSpPr>
              <p:spPr>
                <a:xfrm>
                  <a:off x="457205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73" name="Google Shape;773;p14"/>
                <p:cNvSpPr/>
                <p:nvPr/>
              </p:nvSpPr>
              <p:spPr>
                <a:xfrm>
                  <a:off x="481279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74" name="Google Shape;774;p14"/>
                <p:cNvSpPr/>
                <p:nvPr/>
              </p:nvSpPr>
              <p:spPr>
                <a:xfrm>
                  <a:off x="505353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75" name="Google Shape;775;p14"/>
                <p:cNvSpPr/>
                <p:nvPr/>
              </p:nvSpPr>
              <p:spPr>
                <a:xfrm>
                  <a:off x="529428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76" name="Google Shape;776;p14"/>
                <p:cNvSpPr/>
                <p:nvPr/>
              </p:nvSpPr>
              <p:spPr>
                <a:xfrm>
                  <a:off x="5535025"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77" name="Google Shape;777;p14"/>
                <p:cNvSpPr/>
                <p:nvPr/>
              </p:nvSpPr>
              <p:spPr>
                <a:xfrm>
                  <a:off x="577576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78" name="Google Shape;778;p14"/>
                <p:cNvSpPr/>
                <p:nvPr/>
              </p:nvSpPr>
              <p:spPr>
                <a:xfrm>
                  <a:off x="6016512"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79" name="Google Shape;779;p14"/>
                <p:cNvSpPr/>
                <p:nvPr/>
              </p:nvSpPr>
              <p:spPr>
                <a:xfrm>
                  <a:off x="625725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80" name="Google Shape;780;p14"/>
                <p:cNvSpPr/>
                <p:nvPr/>
              </p:nvSpPr>
              <p:spPr>
                <a:xfrm>
                  <a:off x="6497999"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81" name="Google Shape;781;p14"/>
                <p:cNvSpPr/>
                <p:nvPr/>
              </p:nvSpPr>
              <p:spPr>
                <a:xfrm>
                  <a:off x="673874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82" name="Google Shape;782;p14"/>
                <p:cNvSpPr/>
                <p:nvPr/>
              </p:nvSpPr>
              <p:spPr>
                <a:xfrm>
                  <a:off x="6979486"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83" name="Google Shape;783;p14"/>
                <p:cNvSpPr/>
                <p:nvPr/>
              </p:nvSpPr>
              <p:spPr>
                <a:xfrm>
                  <a:off x="722022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84" name="Google Shape;784;p14"/>
                <p:cNvSpPr/>
                <p:nvPr/>
              </p:nvSpPr>
              <p:spPr>
                <a:xfrm>
                  <a:off x="7460973"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85" name="Google Shape;785;p14"/>
                <p:cNvSpPr/>
                <p:nvPr/>
              </p:nvSpPr>
              <p:spPr>
                <a:xfrm>
                  <a:off x="433130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86" name="Google Shape;786;p14"/>
                <p:cNvSpPr/>
                <p:nvPr/>
              </p:nvSpPr>
              <p:spPr>
                <a:xfrm>
                  <a:off x="457205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87" name="Google Shape;787;p14"/>
                <p:cNvSpPr/>
                <p:nvPr/>
              </p:nvSpPr>
              <p:spPr>
                <a:xfrm>
                  <a:off x="481279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88" name="Google Shape;788;p14"/>
                <p:cNvSpPr/>
                <p:nvPr/>
              </p:nvSpPr>
              <p:spPr>
                <a:xfrm>
                  <a:off x="505353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89" name="Google Shape;789;p14"/>
                <p:cNvSpPr/>
                <p:nvPr/>
              </p:nvSpPr>
              <p:spPr>
                <a:xfrm>
                  <a:off x="529428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90" name="Google Shape;790;p14"/>
                <p:cNvSpPr/>
                <p:nvPr/>
              </p:nvSpPr>
              <p:spPr>
                <a:xfrm>
                  <a:off x="5535025"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91" name="Google Shape;791;p14"/>
                <p:cNvSpPr/>
                <p:nvPr/>
              </p:nvSpPr>
              <p:spPr>
                <a:xfrm>
                  <a:off x="577576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92" name="Google Shape;792;p14"/>
                <p:cNvSpPr/>
                <p:nvPr/>
              </p:nvSpPr>
              <p:spPr>
                <a:xfrm>
                  <a:off x="6016512"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93" name="Google Shape;793;p14"/>
                <p:cNvSpPr/>
                <p:nvPr/>
              </p:nvSpPr>
              <p:spPr>
                <a:xfrm>
                  <a:off x="625725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94" name="Google Shape;794;p14"/>
                <p:cNvSpPr/>
                <p:nvPr/>
              </p:nvSpPr>
              <p:spPr>
                <a:xfrm>
                  <a:off x="6497999"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95" name="Google Shape;795;p14"/>
                <p:cNvSpPr/>
                <p:nvPr/>
              </p:nvSpPr>
              <p:spPr>
                <a:xfrm>
                  <a:off x="673874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96" name="Google Shape;796;p14"/>
                <p:cNvSpPr/>
                <p:nvPr/>
              </p:nvSpPr>
              <p:spPr>
                <a:xfrm>
                  <a:off x="6979486"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97" name="Google Shape;797;p14"/>
                <p:cNvSpPr/>
                <p:nvPr/>
              </p:nvSpPr>
              <p:spPr>
                <a:xfrm>
                  <a:off x="722022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98" name="Google Shape;798;p14"/>
                <p:cNvSpPr/>
                <p:nvPr/>
              </p:nvSpPr>
              <p:spPr>
                <a:xfrm>
                  <a:off x="7460973"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799" name="Google Shape;799;p14"/>
                <p:cNvSpPr/>
                <p:nvPr/>
              </p:nvSpPr>
              <p:spPr>
                <a:xfrm>
                  <a:off x="7701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0" name="Google Shape;800;p14"/>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1" name="Google Shape;801;p14"/>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2" name="Google Shape;802;p14"/>
                <p:cNvSpPr/>
                <p:nvPr/>
              </p:nvSpPr>
              <p:spPr>
                <a:xfrm>
                  <a:off x="7701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3" name="Google Shape;803;p14"/>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4" name="Google Shape;804;p14"/>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805" name="Google Shape;805;p14"/>
            <p:cNvGrpSpPr/>
            <p:nvPr/>
          </p:nvGrpSpPr>
          <p:grpSpPr>
            <a:xfrm flipH="1">
              <a:off x="-94" y="1100"/>
              <a:ext cx="449926" cy="515409"/>
              <a:chOff x="7942458" y="0"/>
              <a:chExt cx="420452" cy="481646"/>
            </a:xfrm>
          </p:grpSpPr>
          <p:sp>
            <p:nvSpPr>
              <p:cNvPr id="806" name="Google Shape;806;p14"/>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7" name="Google Shape;807;p14"/>
              <p:cNvSpPr/>
              <p:nvPr/>
            </p:nvSpPr>
            <p:spPr>
              <a:xfrm>
                <a:off x="8183210" y="0"/>
                <a:ext cx="1797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8" name="Google Shape;808;p14"/>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9" name="Google Shape;809;p14"/>
              <p:cNvSpPr/>
              <p:nvPr/>
            </p:nvSpPr>
            <p:spPr>
              <a:xfrm>
                <a:off x="8183210" y="240741"/>
                <a:ext cx="1797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810" name="Google Shape;810;p14"/>
            <p:cNvGrpSpPr/>
            <p:nvPr/>
          </p:nvGrpSpPr>
          <p:grpSpPr>
            <a:xfrm flipH="1">
              <a:off x="8693950" y="1100"/>
              <a:ext cx="449923" cy="515409"/>
              <a:chOff x="8003652" y="0"/>
              <a:chExt cx="420450" cy="481646"/>
            </a:xfrm>
          </p:grpSpPr>
          <p:sp>
            <p:nvSpPr>
              <p:cNvPr id="811" name="Google Shape;811;p14"/>
              <p:cNvSpPr/>
              <p:nvPr/>
            </p:nvSpPr>
            <p:spPr>
              <a:xfrm>
                <a:off x="8003652" y="0"/>
                <a:ext cx="1797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12" name="Google Shape;812;p14"/>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13" name="Google Shape;813;p14"/>
              <p:cNvSpPr/>
              <p:nvPr/>
            </p:nvSpPr>
            <p:spPr>
              <a:xfrm>
                <a:off x="8003652" y="240741"/>
                <a:ext cx="1797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14" name="Google Shape;814;p14"/>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3109128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1097"/>
        <p:cNvGrpSpPr/>
        <p:nvPr/>
      </p:nvGrpSpPr>
      <p:grpSpPr>
        <a:xfrm>
          <a:off x="0" y="0"/>
          <a:ext cx="0" cy="0"/>
          <a:chOff x="0" y="0"/>
          <a:chExt cx="0" cy="0"/>
        </a:xfrm>
      </p:grpSpPr>
      <p:grpSp>
        <p:nvGrpSpPr>
          <p:cNvPr id="1098" name="Google Shape;1098;p22"/>
          <p:cNvGrpSpPr/>
          <p:nvPr/>
        </p:nvGrpSpPr>
        <p:grpSpPr>
          <a:xfrm>
            <a:off x="-125" y="1467"/>
            <a:ext cx="12192125" cy="760533"/>
            <a:chOff x="-94" y="1100"/>
            <a:chExt cx="9144094" cy="570400"/>
          </a:xfrm>
        </p:grpSpPr>
        <p:grpSp>
          <p:nvGrpSpPr>
            <p:cNvPr id="1099" name="Google Shape;1099;p22"/>
            <p:cNvGrpSpPr/>
            <p:nvPr/>
          </p:nvGrpSpPr>
          <p:grpSpPr>
            <a:xfrm>
              <a:off x="300" y="1100"/>
              <a:ext cx="9143700" cy="570400"/>
              <a:chOff x="300" y="1100"/>
              <a:chExt cx="9143700" cy="570400"/>
            </a:xfrm>
          </p:grpSpPr>
          <p:sp>
            <p:nvSpPr>
              <p:cNvPr id="1100" name="Google Shape;1100;p22"/>
              <p:cNvSpPr/>
              <p:nvPr/>
            </p:nvSpPr>
            <p:spPr>
              <a:xfrm flipH="1">
                <a:off x="300" y="503400"/>
                <a:ext cx="9143700" cy="68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nvGrpSpPr>
              <p:cNvPr id="1101" name="Google Shape;1101;p22"/>
              <p:cNvGrpSpPr/>
              <p:nvPr/>
            </p:nvGrpSpPr>
            <p:grpSpPr>
              <a:xfrm flipH="1">
                <a:off x="449825" y="1100"/>
                <a:ext cx="8244106" cy="515409"/>
                <a:chOff x="720050" y="0"/>
                <a:chExt cx="7704052" cy="481646"/>
              </a:xfrm>
            </p:grpSpPr>
            <p:sp>
              <p:nvSpPr>
                <p:cNvPr id="1102" name="Google Shape;1102;p22"/>
                <p:cNvSpPr/>
                <p:nvPr/>
              </p:nvSpPr>
              <p:spPr>
                <a:xfrm>
                  <a:off x="720050"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03" name="Google Shape;1103;p22"/>
                <p:cNvSpPr/>
                <p:nvPr/>
              </p:nvSpPr>
              <p:spPr>
                <a:xfrm>
                  <a:off x="960793"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04" name="Google Shape;1104;p22"/>
                <p:cNvSpPr/>
                <p:nvPr/>
              </p:nvSpPr>
              <p:spPr>
                <a:xfrm>
                  <a:off x="120153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05" name="Google Shape;1105;p22"/>
                <p:cNvSpPr/>
                <p:nvPr/>
              </p:nvSpPr>
              <p:spPr>
                <a:xfrm>
                  <a:off x="1442280"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06" name="Google Shape;1106;p22"/>
                <p:cNvSpPr/>
                <p:nvPr/>
              </p:nvSpPr>
              <p:spPr>
                <a:xfrm>
                  <a:off x="168302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07" name="Google Shape;1107;p22"/>
                <p:cNvSpPr/>
                <p:nvPr/>
              </p:nvSpPr>
              <p:spPr>
                <a:xfrm>
                  <a:off x="1923767"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08" name="Google Shape;1108;p22"/>
                <p:cNvSpPr/>
                <p:nvPr/>
              </p:nvSpPr>
              <p:spPr>
                <a:xfrm>
                  <a:off x="216451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09" name="Google Shape;1109;p22"/>
                <p:cNvSpPr/>
                <p:nvPr/>
              </p:nvSpPr>
              <p:spPr>
                <a:xfrm>
                  <a:off x="2405254"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10" name="Google Shape;1110;p22"/>
                <p:cNvSpPr/>
                <p:nvPr/>
              </p:nvSpPr>
              <p:spPr>
                <a:xfrm>
                  <a:off x="264599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11" name="Google Shape;1111;p22"/>
                <p:cNvSpPr/>
                <p:nvPr/>
              </p:nvSpPr>
              <p:spPr>
                <a:xfrm>
                  <a:off x="2886741"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12" name="Google Shape;1112;p22"/>
                <p:cNvSpPr/>
                <p:nvPr/>
              </p:nvSpPr>
              <p:spPr>
                <a:xfrm>
                  <a:off x="312748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13" name="Google Shape;1113;p22"/>
                <p:cNvSpPr/>
                <p:nvPr/>
              </p:nvSpPr>
              <p:spPr>
                <a:xfrm>
                  <a:off x="336822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14" name="Google Shape;1114;p22"/>
                <p:cNvSpPr/>
                <p:nvPr/>
              </p:nvSpPr>
              <p:spPr>
                <a:xfrm>
                  <a:off x="360897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15" name="Google Shape;1115;p22"/>
                <p:cNvSpPr/>
                <p:nvPr/>
              </p:nvSpPr>
              <p:spPr>
                <a:xfrm>
                  <a:off x="3849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16" name="Google Shape;1116;p22"/>
                <p:cNvSpPr/>
                <p:nvPr/>
              </p:nvSpPr>
              <p:spPr>
                <a:xfrm>
                  <a:off x="4090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17" name="Google Shape;1117;p22"/>
                <p:cNvSpPr/>
                <p:nvPr/>
              </p:nvSpPr>
              <p:spPr>
                <a:xfrm>
                  <a:off x="720050"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18" name="Google Shape;1118;p22"/>
                <p:cNvSpPr/>
                <p:nvPr/>
              </p:nvSpPr>
              <p:spPr>
                <a:xfrm>
                  <a:off x="960793"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19" name="Google Shape;1119;p22"/>
                <p:cNvSpPr/>
                <p:nvPr/>
              </p:nvSpPr>
              <p:spPr>
                <a:xfrm>
                  <a:off x="120153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20" name="Google Shape;1120;p22"/>
                <p:cNvSpPr/>
                <p:nvPr/>
              </p:nvSpPr>
              <p:spPr>
                <a:xfrm>
                  <a:off x="1442280"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21" name="Google Shape;1121;p22"/>
                <p:cNvSpPr/>
                <p:nvPr/>
              </p:nvSpPr>
              <p:spPr>
                <a:xfrm>
                  <a:off x="168302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22" name="Google Shape;1122;p22"/>
                <p:cNvSpPr/>
                <p:nvPr/>
              </p:nvSpPr>
              <p:spPr>
                <a:xfrm>
                  <a:off x="1923767"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23" name="Google Shape;1123;p22"/>
                <p:cNvSpPr/>
                <p:nvPr/>
              </p:nvSpPr>
              <p:spPr>
                <a:xfrm>
                  <a:off x="216451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24" name="Google Shape;1124;p22"/>
                <p:cNvSpPr/>
                <p:nvPr/>
              </p:nvSpPr>
              <p:spPr>
                <a:xfrm>
                  <a:off x="2405254"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25" name="Google Shape;1125;p22"/>
                <p:cNvSpPr/>
                <p:nvPr/>
              </p:nvSpPr>
              <p:spPr>
                <a:xfrm>
                  <a:off x="264599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26" name="Google Shape;1126;p22"/>
                <p:cNvSpPr/>
                <p:nvPr/>
              </p:nvSpPr>
              <p:spPr>
                <a:xfrm>
                  <a:off x="2886741"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27" name="Google Shape;1127;p22"/>
                <p:cNvSpPr/>
                <p:nvPr/>
              </p:nvSpPr>
              <p:spPr>
                <a:xfrm>
                  <a:off x="312748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28" name="Google Shape;1128;p22"/>
                <p:cNvSpPr/>
                <p:nvPr/>
              </p:nvSpPr>
              <p:spPr>
                <a:xfrm>
                  <a:off x="336822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29" name="Google Shape;1129;p22"/>
                <p:cNvSpPr/>
                <p:nvPr/>
              </p:nvSpPr>
              <p:spPr>
                <a:xfrm>
                  <a:off x="360897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30" name="Google Shape;1130;p22"/>
                <p:cNvSpPr/>
                <p:nvPr/>
              </p:nvSpPr>
              <p:spPr>
                <a:xfrm>
                  <a:off x="3849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31" name="Google Shape;1131;p22"/>
                <p:cNvSpPr/>
                <p:nvPr/>
              </p:nvSpPr>
              <p:spPr>
                <a:xfrm>
                  <a:off x="4090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32" name="Google Shape;1132;p22"/>
                <p:cNvSpPr/>
                <p:nvPr/>
              </p:nvSpPr>
              <p:spPr>
                <a:xfrm>
                  <a:off x="433130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33" name="Google Shape;1133;p22"/>
                <p:cNvSpPr/>
                <p:nvPr/>
              </p:nvSpPr>
              <p:spPr>
                <a:xfrm>
                  <a:off x="457205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34" name="Google Shape;1134;p22"/>
                <p:cNvSpPr/>
                <p:nvPr/>
              </p:nvSpPr>
              <p:spPr>
                <a:xfrm>
                  <a:off x="481279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35" name="Google Shape;1135;p22"/>
                <p:cNvSpPr/>
                <p:nvPr/>
              </p:nvSpPr>
              <p:spPr>
                <a:xfrm>
                  <a:off x="505353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36" name="Google Shape;1136;p22"/>
                <p:cNvSpPr/>
                <p:nvPr/>
              </p:nvSpPr>
              <p:spPr>
                <a:xfrm>
                  <a:off x="529428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37" name="Google Shape;1137;p22"/>
                <p:cNvSpPr/>
                <p:nvPr/>
              </p:nvSpPr>
              <p:spPr>
                <a:xfrm>
                  <a:off x="5535025"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38" name="Google Shape;1138;p22"/>
                <p:cNvSpPr/>
                <p:nvPr/>
              </p:nvSpPr>
              <p:spPr>
                <a:xfrm>
                  <a:off x="577576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39" name="Google Shape;1139;p22"/>
                <p:cNvSpPr/>
                <p:nvPr/>
              </p:nvSpPr>
              <p:spPr>
                <a:xfrm>
                  <a:off x="6016512"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40" name="Google Shape;1140;p22"/>
                <p:cNvSpPr/>
                <p:nvPr/>
              </p:nvSpPr>
              <p:spPr>
                <a:xfrm>
                  <a:off x="625725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41" name="Google Shape;1141;p22"/>
                <p:cNvSpPr/>
                <p:nvPr/>
              </p:nvSpPr>
              <p:spPr>
                <a:xfrm>
                  <a:off x="6497999"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42" name="Google Shape;1142;p22"/>
                <p:cNvSpPr/>
                <p:nvPr/>
              </p:nvSpPr>
              <p:spPr>
                <a:xfrm>
                  <a:off x="673874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43" name="Google Shape;1143;p22"/>
                <p:cNvSpPr/>
                <p:nvPr/>
              </p:nvSpPr>
              <p:spPr>
                <a:xfrm>
                  <a:off x="6979486"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44" name="Google Shape;1144;p22"/>
                <p:cNvSpPr/>
                <p:nvPr/>
              </p:nvSpPr>
              <p:spPr>
                <a:xfrm>
                  <a:off x="722022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45" name="Google Shape;1145;p22"/>
                <p:cNvSpPr/>
                <p:nvPr/>
              </p:nvSpPr>
              <p:spPr>
                <a:xfrm>
                  <a:off x="7460973"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46" name="Google Shape;1146;p22"/>
                <p:cNvSpPr/>
                <p:nvPr/>
              </p:nvSpPr>
              <p:spPr>
                <a:xfrm>
                  <a:off x="433130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47" name="Google Shape;1147;p22"/>
                <p:cNvSpPr/>
                <p:nvPr/>
              </p:nvSpPr>
              <p:spPr>
                <a:xfrm>
                  <a:off x="457205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48" name="Google Shape;1148;p22"/>
                <p:cNvSpPr/>
                <p:nvPr/>
              </p:nvSpPr>
              <p:spPr>
                <a:xfrm>
                  <a:off x="481279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49" name="Google Shape;1149;p22"/>
                <p:cNvSpPr/>
                <p:nvPr/>
              </p:nvSpPr>
              <p:spPr>
                <a:xfrm>
                  <a:off x="505353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50" name="Google Shape;1150;p22"/>
                <p:cNvSpPr/>
                <p:nvPr/>
              </p:nvSpPr>
              <p:spPr>
                <a:xfrm>
                  <a:off x="529428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51" name="Google Shape;1151;p22"/>
                <p:cNvSpPr/>
                <p:nvPr/>
              </p:nvSpPr>
              <p:spPr>
                <a:xfrm>
                  <a:off x="5535025"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52" name="Google Shape;1152;p22"/>
                <p:cNvSpPr/>
                <p:nvPr/>
              </p:nvSpPr>
              <p:spPr>
                <a:xfrm>
                  <a:off x="577576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53" name="Google Shape;1153;p22"/>
                <p:cNvSpPr/>
                <p:nvPr/>
              </p:nvSpPr>
              <p:spPr>
                <a:xfrm>
                  <a:off x="6016512"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54" name="Google Shape;1154;p22"/>
                <p:cNvSpPr/>
                <p:nvPr/>
              </p:nvSpPr>
              <p:spPr>
                <a:xfrm>
                  <a:off x="625725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55" name="Google Shape;1155;p22"/>
                <p:cNvSpPr/>
                <p:nvPr/>
              </p:nvSpPr>
              <p:spPr>
                <a:xfrm>
                  <a:off x="6497999"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56" name="Google Shape;1156;p22"/>
                <p:cNvSpPr/>
                <p:nvPr/>
              </p:nvSpPr>
              <p:spPr>
                <a:xfrm>
                  <a:off x="673874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57" name="Google Shape;1157;p22"/>
                <p:cNvSpPr/>
                <p:nvPr/>
              </p:nvSpPr>
              <p:spPr>
                <a:xfrm>
                  <a:off x="6979486"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58" name="Google Shape;1158;p22"/>
                <p:cNvSpPr/>
                <p:nvPr/>
              </p:nvSpPr>
              <p:spPr>
                <a:xfrm>
                  <a:off x="722022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59" name="Google Shape;1159;p22"/>
                <p:cNvSpPr/>
                <p:nvPr/>
              </p:nvSpPr>
              <p:spPr>
                <a:xfrm>
                  <a:off x="7460973"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60" name="Google Shape;1160;p22"/>
                <p:cNvSpPr/>
                <p:nvPr/>
              </p:nvSpPr>
              <p:spPr>
                <a:xfrm>
                  <a:off x="7701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61" name="Google Shape;1161;p22"/>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62" name="Google Shape;1162;p22"/>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63" name="Google Shape;1163;p22"/>
                <p:cNvSpPr/>
                <p:nvPr/>
              </p:nvSpPr>
              <p:spPr>
                <a:xfrm>
                  <a:off x="7701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64" name="Google Shape;1164;p22"/>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65" name="Google Shape;1165;p22"/>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166" name="Google Shape;1166;p22"/>
            <p:cNvGrpSpPr/>
            <p:nvPr/>
          </p:nvGrpSpPr>
          <p:grpSpPr>
            <a:xfrm flipH="1">
              <a:off x="-94" y="1100"/>
              <a:ext cx="449926" cy="515409"/>
              <a:chOff x="7942458" y="0"/>
              <a:chExt cx="420452" cy="481646"/>
            </a:xfrm>
          </p:grpSpPr>
          <p:sp>
            <p:nvSpPr>
              <p:cNvPr id="1167" name="Google Shape;1167;p22"/>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68" name="Google Shape;1168;p22"/>
              <p:cNvSpPr/>
              <p:nvPr/>
            </p:nvSpPr>
            <p:spPr>
              <a:xfrm>
                <a:off x="8183210" y="0"/>
                <a:ext cx="1797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69" name="Google Shape;1169;p22"/>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70" name="Google Shape;1170;p22"/>
              <p:cNvSpPr/>
              <p:nvPr/>
            </p:nvSpPr>
            <p:spPr>
              <a:xfrm>
                <a:off x="8183210" y="240741"/>
                <a:ext cx="1797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171" name="Google Shape;1171;p22"/>
            <p:cNvGrpSpPr/>
            <p:nvPr/>
          </p:nvGrpSpPr>
          <p:grpSpPr>
            <a:xfrm flipH="1">
              <a:off x="8693950" y="1100"/>
              <a:ext cx="449923" cy="515409"/>
              <a:chOff x="8003652" y="0"/>
              <a:chExt cx="420450" cy="481646"/>
            </a:xfrm>
          </p:grpSpPr>
          <p:sp>
            <p:nvSpPr>
              <p:cNvPr id="1172" name="Google Shape;1172;p22"/>
              <p:cNvSpPr/>
              <p:nvPr/>
            </p:nvSpPr>
            <p:spPr>
              <a:xfrm>
                <a:off x="8003652" y="0"/>
                <a:ext cx="1797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73" name="Google Shape;1173;p22"/>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74" name="Google Shape;1174;p22"/>
              <p:cNvSpPr/>
              <p:nvPr/>
            </p:nvSpPr>
            <p:spPr>
              <a:xfrm>
                <a:off x="8003652" y="240741"/>
                <a:ext cx="1797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75" name="Google Shape;1175;p22"/>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sp>
        <p:nvSpPr>
          <p:cNvPr id="1176" name="Google Shape;1176;p22"/>
          <p:cNvSpPr txBox="1">
            <a:spLocks noGrp="1"/>
          </p:cNvSpPr>
          <p:nvPr>
            <p:ph type="title"/>
          </p:nvPr>
        </p:nvSpPr>
        <p:spPr>
          <a:xfrm>
            <a:off x="6520167" y="1515467"/>
            <a:ext cx="4420400" cy="27092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atin typeface="Krona One"/>
                <a:ea typeface="Krona One"/>
                <a:cs typeface="Krona One"/>
                <a:sym typeface="Krona One"/>
              </a:defRPr>
            </a:lvl1pPr>
            <a:lvl2pPr lvl="1" algn="ctr" rtl="0">
              <a:spcBef>
                <a:spcPts val="0"/>
              </a:spcBef>
              <a:spcAft>
                <a:spcPts val="0"/>
              </a:spcAft>
              <a:buSzPts val="2800"/>
              <a:buNone/>
              <a:defRPr>
                <a:latin typeface="Lato"/>
                <a:ea typeface="Lato"/>
                <a:cs typeface="Lato"/>
                <a:sym typeface="Lato"/>
              </a:defRPr>
            </a:lvl2pPr>
            <a:lvl3pPr lvl="2" algn="ctr" rtl="0">
              <a:spcBef>
                <a:spcPts val="0"/>
              </a:spcBef>
              <a:spcAft>
                <a:spcPts val="0"/>
              </a:spcAft>
              <a:buSzPts val="2800"/>
              <a:buNone/>
              <a:defRPr>
                <a:latin typeface="Lato"/>
                <a:ea typeface="Lato"/>
                <a:cs typeface="Lato"/>
                <a:sym typeface="Lato"/>
              </a:defRPr>
            </a:lvl3pPr>
            <a:lvl4pPr lvl="3" algn="ctr" rtl="0">
              <a:spcBef>
                <a:spcPts val="0"/>
              </a:spcBef>
              <a:spcAft>
                <a:spcPts val="0"/>
              </a:spcAft>
              <a:buSzPts val="2800"/>
              <a:buNone/>
              <a:defRPr>
                <a:latin typeface="Lato"/>
                <a:ea typeface="Lato"/>
                <a:cs typeface="Lato"/>
                <a:sym typeface="Lato"/>
              </a:defRPr>
            </a:lvl4pPr>
            <a:lvl5pPr lvl="4" algn="ctr" rtl="0">
              <a:spcBef>
                <a:spcPts val="0"/>
              </a:spcBef>
              <a:spcAft>
                <a:spcPts val="0"/>
              </a:spcAft>
              <a:buSzPts val="2800"/>
              <a:buNone/>
              <a:defRPr>
                <a:latin typeface="Lato"/>
                <a:ea typeface="Lato"/>
                <a:cs typeface="Lato"/>
                <a:sym typeface="Lato"/>
              </a:defRPr>
            </a:lvl5pPr>
            <a:lvl6pPr lvl="5" algn="ctr" rtl="0">
              <a:spcBef>
                <a:spcPts val="0"/>
              </a:spcBef>
              <a:spcAft>
                <a:spcPts val="0"/>
              </a:spcAft>
              <a:buSzPts val="2800"/>
              <a:buNone/>
              <a:defRPr>
                <a:latin typeface="Lato"/>
                <a:ea typeface="Lato"/>
                <a:cs typeface="Lato"/>
                <a:sym typeface="Lato"/>
              </a:defRPr>
            </a:lvl6pPr>
            <a:lvl7pPr lvl="6" algn="ctr" rtl="0">
              <a:spcBef>
                <a:spcPts val="0"/>
              </a:spcBef>
              <a:spcAft>
                <a:spcPts val="0"/>
              </a:spcAft>
              <a:buSzPts val="2800"/>
              <a:buNone/>
              <a:defRPr>
                <a:latin typeface="Lato"/>
                <a:ea typeface="Lato"/>
                <a:cs typeface="Lato"/>
                <a:sym typeface="Lato"/>
              </a:defRPr>
            </a:lvl7pPr>
            <a:lvl8pPr lvl="7" algn="ctr" rtl="0">
              <a:spcBef>
                <a:spcPts val="0"/>
              </a:spcBef>
              <a:spcAft>
                <a:spcPts val="0"/>
              </a:spcAft>
              <a:buSzPts val="2800"/>
              <a:buNone/>
              <a:defRPr>
                <a:latin typeface="Lato"/>
                <a:ea typeface="Lato"/>
                <a:cs typeface="Lato"/>
                <a:sym typeface="Lato"/>
              </a:defRPr>
            </a:lvl8pPr>
            <a:lvl9pPr lvl="8" algn="ctr" rtl="0">
              <a:spcBef>
                <a:spcPts val="0"/>
              </a:spcBef>
              <a:spcAft>
                <a:spcPts val="0"/>
              </a:spcAft>
              <a:buSzPts val="2800"/>
              <a:buNone/>
              <a:defRPr>
                <a:latin typeface="Lato"/>
                <a:ea typeface="Lato"/>
                <a:cs typeface="Lato"/>
                <a:sym typeface="Lato"/>
              </a:defRPr>
            </a:lvl9pPr>
          </a:lstStyle>
          <a:p>
            <a:endParaRPr/>
          </a:p>
        </p:txBody>
      </p:sp>
      <p:sp>
        <p:nvSpPr>
          <p:cNvPr id="1177" name="Google Shape;1177;p22"/>
          <p:cNvSpPr txBox="1">
            <a:spLocks noGrp="1"/>
          </p:cNvSpPr>
          <p:nvPr>
            <p:ph type="subTitle" idx="1"/>
          </p:nvPr>
        </p:nvSpPr>
        <p:spPr>
          <a:xfrm>
            <a:off x="6520167" y="4450100"/>
            <a:ext cx="4420400" cy="89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867"/>
            </a:lvl1pPr>
            <a:lvl2pPr lvl="1" algn="ctr" rtl="0">
              <a:spcBef>
                <a:spcPts val="0"/>
              </a:spcBef>
              <a:spcAft>
                <a:spcPts val="0"/>
              </a:spcAft>
              <a:buClr>
                <a:schemeClr val="dk1"/>
              </a:buClr>
              <a:buSzPts val="1400"/>
              <a:buNone/>
              <a:defRPr>
                <a:solidFill>
                  <a:schemeClr val="dk1"/>
                </a:solidFill>
              </a:defRPr>
            </a:lvl2pPr>
            <a:lvl3pPr lvl="2" algn="ctr" rtl="0">
              <a:spcBef>
                <a:spcPts val="0"/>
              </a:spcBef>
              <a:spcAft>
                <a:spcPts val="0"/>
              </a:spcAft>
              <a:buClr>
                <a:schemeClr val="dk1"/>
              </a:buClr>
              <a:buSzPts val="1400"/>
              <a:buNone/>
              <a:defRPr>
                <a:solidFill>
                  <a:schemeClr val="dk1"/>
                </a:solidFill>
              </a:defRPr>
            </a:lvl3pPr>
            <a:lvl4pPr lvl="3" algn="ctr" rtl="0">
              <a:spcBef>
                <a:spcPts val="0"/>
              </a:spcBef>
              <a:spcAft>
                <a:spcPts val="0"/>
              </a:spcAft>
              <a:buClr>
                <a:schemeClr val="dk1"/>
              </a:buClr>
              <a:buSzPts val="1400"/>
              <a:buNone/>
              <a:defRPr>
                <a:solidFill>
                  <a:schemeClr val="dk1"/>
                </a:solidFill>
              </a:defRPr>
            </a:lvl4pPr>
            <a:lvl5pPr lvl="4" algn="ctr" rtl="0">
              <a:spcBef>
                <a:spcPts val="0"/>
              </a:spcBef>
              <a:spcAft>
                <a:spcPts val="0"/>
              </a:spcAft>
              <a:buClr>
                <a:schemeClr val="dk1"/>
              </a:buClr>
              <a:buSzPts val="1400"/>
              <a:buNone/>
              <a:defRPr>
                <a:solidFill>
                  <a:schemeClr val="dk1"/>
                </a:solidFill>
              </a:defRPr>
            </a:lvl5pPr>
            <a:lvl6pPr lvl="5" algn="ctr" rtl="0">
              <a:spcBef>
                <a:spcPts val="0"/>
              </a:spcBef>
              <a:spcAft>
                <a:spcPts val="0"/>
              </a:spcAft>
              <a:buClr>
                <a:schemeClr val="dk1"/>
              </a:buClr>
              <a:buSzPts val="1400"/>
              <a:buNone/>
              <a:defRPr>
                <a:solidFill>
                  <a:schemeClr val="dk1"/>
                </a:solidFill>
              </a:defRPr>
            </a:lvl6pPr>
            <a:lvl7pPr lvl="6" algn="ctr" rtl="0">
              <a:spcBef>
                <a:spcPts val="0"/>
              </a:spcBef>
              <a:spcAft>
                <a:spcPts val="0"/>
              </a:spcAft>
              <a:buClr>
                <a:schemeClr val="dk1"/>
              </a:buClr>
              <a:buSzPts val="1400"/>
              <a:buNone/>
              <a:defRPr>
                <a:solidFill>
                  <a:schemeClr val="dk1"/>
                </a:solidFill>
              </a:defRPr>
            </a:lvl7pPr>
            <a:lvl8pPr lvl="7" algn="ctr" rtl="0">
              <a:spcBef>
                <a:spcPts val="0"/>
              </a:spcBef>
              <a:spcAft>
                <a:spcPts val="0"/>
              </a:spcAft>
              <a:buClr>
                <a:schemeClr val="dk1"/>
              </a:buClr>
              <a:buSzPts val="1400"/>
              <a:buNone/>
              <a:defRPr>
                <a:solidFill>
                  <a:schemeClr val="dk1"/>
                </a:solidFill>
              </a:defRPr>
            </a:lvl8pPr>
            <a:lvl9pPr lvl="8" algn="ctr" rtl="0">
              <a:spcBef>
                <a:spcPts val="0"/>
              </a:spcBef>
              <a:spcAft>
                <a:spcPts val="0"/>
              </a:spcAft>
              <a:buClr>
                <a:schemeClr val="dk1"/>
              </a:buClr>
              <a:buSzPts val="1400"/>
              <a:buNone/>
              <a:defRPr>
                <a:solidFill>
                  <a:schemeClr val="dk1"/>
                </a:solidFill>
              </a:defRPr>
            </a:lvl9pPr>
          </a:lstStyle>
          <a:p>
            <a:endParaRPr/>
          </a:p>
        </p:txBody>
      </p:sp>
      <p:grpSp>
        <p:nvGrpSpPr>
          <p:cNvPr id="1178" name="Google Shape;1178;p22"/>
          <p:cNvGrpSpPr/>
          <p:nvPr/>
        </p:nvGrpSpPr>
        <p:grpSpPr>
          <a:xfrm>
            <a:off x="-22334" y="0"/>
            <a:ext cx="12236667" cy="6858000"/>
            <a:chOff x="-16750" y="0"/>
            <a:chExt cx="9177500" cy="5143500"/>
          </a:xfrm>
        </p:grpSpPr>
        <p:grpSp>
          <p:nvGrpSpPr>
            <p:cNvPr id="1179" name="Google Shape;1179;p22"/>
            <p:cNvGrpSpPr/>
            <p:nvPr/>
          </p:nvGrpSpPr>
          <p:grpSpPr>
            <a:xfrm rot="10800000" flipH="1">
              <a:off x="8693950" y="0"/>
              <a:ext cx="466800" cy="5143500"/>
              <a:chOff x="-16750" y="0"/>
              <a:chExt cx="466800" cy="5143500"/>
            </a:xfrm>
          </p:grpSpPr>
          <p:sp>
            <p:nvSpPr>
              <p:cNvPr id="1180" name="Google Shape;1180;p22"/>
              <p:cNvSpPr/>
              <p:nvPr/>
            </p:nvSpPr>
            <p:spPr>
              <a:xfrm>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81" name="Google Shape;1181;p22"/>
              <p:cNvSpPr/>
              <p:nvPr/>
            </p:nvSpPr>
            <p:spPr>
              <a:xfrm>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82" name="Google Shape;1182;p22"/>
              <p:cNvSpPr/>
              <p:nvPr/>
            </p:nvSpPr>
            <p:spPr>
              <a:xfrm>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83" name="Google Shape;1183;p22"/>
              <p:cNvSpPr/>
              <p:nvPr/>
            </p:nvSpPr>
            <p:spPr>
              <a:xfrm>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84" name="Google Shape;1184;p22"/>
              <p:cNvSpPr/>
              <p:nvPr/>
            </p:nvSpPr>
            <p:spPr>
              <a:xfrm>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85" name="Google Shape;1185;p22"/>
              <p:cNvSpPr/>
              <p:nvPr/>
            </p:nvSpPr>
            <p:spPr>
              <a:xfrm>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86" name="Google Shape;1186;p22"/>
              <p:cNvSpPr/>
              <p:nvPr/>
            </p:nvSpPr>
            <p:spPr>
              <a:xfrm>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87" name="Google Shape;1187;p22"/>
              <p:cNvSpPr/>
              <p:nvPr/>
            </p:nvSpPr>
            <p:spPr>
              <a:xfrm>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88" name="Google Shape;1188;p22"/>
              <p:cNvSpPr/>
              <p:nvPr/>
            </p:nvSpPr>
            <p:spPr>
              <a:xfrm>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189" name="Google Shape;1189;p22"/>
            <p:cNvGrpSpPr/>
            <p:nvPr/>
          </p:nvGrpSpPr>
          <p:grpSpPr>
            <a:xfrm>
              <a:off x="-16750" y="0"/>
              <a:ext cx="466800" cy="5143500"/>
              <a:chOff x="-16750" y="0"/>
              <a:chExt cx="466800" cy="5143500"/>
            </a:xfrm>
          </p:grpSpPr>
          <p:sp>
            <p:nvSpPr>
              <p:cNvPr id="1190" name="Google Shape;1190;p22"/>
              <p:cNvSpPr/>
              <p:nvPr/>
            </p:nvSpPr>
            <p:spPr>
              <a:xfrm rot="10800000" flipH="1">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91" name="Google Shape;1191;p22"/>
              <p:cNvSpPr/>
              <p:nvPr/>
            </p:nvSpPr>
            <p:spPr>
              <a:xfrm rot="10800000" flipH="1">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92" name="Google Shape;1192;p22"/>
              <p:cNvSpPr/>
              <p:nvPr/>
            </p:nvSpPr>
            <p:spPr>
              <a:xfrm rot="10800000" flipH="1">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93" name="Google Shape;1193;p22"/>
              <p:cNvSpPr/>
              <p:nvPr/>
            </p:nvSpPr>
            <p:spPr>
              <a:xfrm rot="10800000" flipH="1">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94" name="Google Shape;1194;p22"/>
              <p:cNvSpPr/>
              <p:nvPr/>
            </p:nvSpPr>
            <p:spPr>
              <a:xfrm rot="10800000" flipH="1">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95" name="Google Shape;1195;p22"/>
              <p:cNvSpPr/>
              <p:nvPr/>
            </p:nvSpPr>
            <p:spPr>
              <a:xfrm rot="10800000" flipH="1">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96" name="Google Shape;1196;p22"/>
              <p:cNvSpPr/>
              <p:nvPr/>
            </p:nvSpPr>
            <p:spPr>
              <a:xfrm rot="10800000" flipH="1">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97" name="Google Shape;1197;p22"/>
              <p:cNvSpPr/>
              <p:nvPr/>
            </p:nvSpPr>
            <p:spPr>
              <a:xfrm rot="10800000" flipH="1">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198" name="Google Shape;1198;p22"/>
              <p:cNvSpPr/>
              <p:nvPr/>
            </p:nvSpPr>
            <p:spPr>
              <a:xfrm rot="10800000" flipH="1">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241875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291"/>
        <p:cNvGrpSpPr/>
        <p:nvPr/>
      </p:nvGrpSpPr>
      <p:grpSpPr>
        <a:xfrm>
          <a:off x="0" y="0"/>
          <a:ext cx="0" cy="0"/>
          <a:chOff x="0" y="0"/>
          <a:chExt cx="0" cy="0"/>
        </a:xfrm>
      </p:grpSpPr>
      <p:grpSp>
        <p:nvGrpSpPr>
          <p:cNvPr id="1292" name="Google Shape;1292;p24"/>
          <p:cNvGrpSpPr/>
          <p:nvPr/>
        </p:nvGrpSpPr>
        <p:grpSpPr>
          <a:xfrm>
            <a:off x="-22334" y="0"/>
            <a:ext cx="12236667" cy="6858000"/>
            <a:chOff x="-16750" y="0"/>
            <a:chExt cx="9177500" cy="5143500"/>
          </a:xfrm>
        </p:grpSpPr>
        <p:grpSp>
          <p:nvGrpSpPr>
            <p:cNvPr id="1293" name="Google Shape;1293;p24"/>
            <p:cNvGrpSpPr/>
            <p:nvPr/>
          </p:nvGrpSpPr>
          <p:grpSpPr>
            <a:xfrm rot="10800000" flipH="1">
              <a:off x="8693950" y="0"/>
              <a:ext cx="466800" cy="5143500"/>
              <a:chOff x="-16750" y="0"/>
              <a:chExt cx="466800" cy="5143500"/>
            </a:xfrm>
          </p:grpSpPr>
          <p:sp>
            <p:nvSpPr>
              <p:cNvPr id="1294" name="Google Shape;1294;p24"/>
              <p:cNvSpPr/>
              <p:nvPr/>
            </p:nvSpPr>
            <p:spPr>
              <a:xfrm>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95" name="Google Shape;1295;p24"/>
              <p:cNvSpPr/>
              <p:nvPr/>
            </p:nvSpPr>
            <p:spPr>
              <a:xfrm>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96" name="Google Shape;1296;p24"/>
              <p:cNvSpPr/>
              <p:nvPr/>
            </p:nvSpPr>
            <p:spPr>
              <a:xfrm>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97" name="Google Shape;1297;p24"/>
              <p:cNvSpPr/>
              <p:nvPr/>
            </p:nvSpPr>
            <p:spPr>
              <a:xfrm>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98" name="Google Shape;1298;p24"/>
              <p:cNvSpPr/>
              <p:nvPr/>
            </p:nvSpPr>
            <p:spPr>
              <a:xfrm>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299" name="Google Shape;1299;p24"/>
              <p:cNvSpPr/>
              <p:nvPr/>
            </p:nvSpPr>
            <p:spPr>
              <a:xfrm>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00" name="Google Shape;1300;p24"/>
              <p:cNvSpPr/>
              <p:nvPr/>
            </p:nvSpPr>
            <p:spPr>
              <a:xfrm>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01" name="Google Shape;1301;p24"/>
              <p:cNvSpPr/>
              <p:nvPr/>
            </p:nvSpPr>
            <p:spPr>
              <a:xfrm>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02" name="Google Shape;1302;p24"/>
              <p:cNvSpPr/>
              <p:nvPr/>
            </p:nvSpPr>
            <p:spPr>
              <a:xfrm>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303" name="Google Shape;1303;p24"/>
            <p:cNvGrpSpPr/>
            <p:nvPr/>
          </p:nvGrpSpPr>
          <p:grpSpPr>
            <a:xfrm>
              <a:off x="-16750" y="0"/>
              <a:ext cx="466800" cy="5143500"/>
              <a:chOff x="-16750" y="0"/>
              <a:chExt cx="466800" cy="5143500"/>
            </a:xfrm>
          </p:grpSpPr>
          <p:sp>
            <p:nvSpPr>
              <p:cNvPr id="1304" name="Google Shape;1304;p24"/>
              <p:cNvSpPr/>
              <p:nvPr/>
            </p:nvSpPr>
            <p:spPr>
              <a:xfrm rot="10800000" flipH="1">
                <a:off x="-16750" y="4572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05" name="Google Shape;1305;p24"/>
              <p:cNvSpPr/>
              <p:nvPr/>
            </p:nvSpPr>
            <p:spPr>
              <a:xfrm rot="10800000" flipH="1">
                <a:off x="-16750" y="4000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06" name="Google Shape;1306;p24"/>
              <p:cNvSpPr/>
              <p:nvPr/>
            </p:nvSpPr>
            <p:spPr>
              <a:xfrm rot="10800000" flipH="1">
                <a:off x="-16750" y="3429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07" name="Google Shape;1307;p24"/>
              <p:cNvSpPr/>
              <p:nvPr/>
            </p:nvSpPr>
            <p:spPr>
              <a:xfrm rot="10800000" flipH="1">
                <a:off x="-16750" y="2857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08" name="Google Shape;1308;p24"/>
              <p:cNvSpPr/>
              <p:nvPr/>
            </p:nvSpPr>
            <p:spPr>
              <a:xfrm rot="10800000" flipH="1">
                <a:off x="-16750" y="2286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09" name="Google Shape;1309;p24"/>
              <p:cNvSpPr/>
              <p:nvPr/>
            </p:nvSpPr>
            <p:spPr>
              <a:xfrm rot="10800000" flipH="1">
                <a:off x="-16750" y="1714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10" name="Google Shape;1310;p24"/>
              <p:cNvSpPr/>
              <p:nvPr/>
            </p:nvSpPr>
            <p:spPr>
              <a:xfrm rot="10800000" flipH="1">
                <a:off x="-16750" y="114300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11" name="Google Shape;1311;p24"/>
              <p:cNvSpPr/>
              <p:nvPr/>
            </p:nvSpPr>
            <p:spPr>
              <a:xfrm rot="10800000" flipH="1">
                <a:off x="-16750" y="571500"/>
                <a:ext cx="466800" cy="5715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12" name="Google Shape;1312;p24"/>
              <p:cNvSpPr/>
              <p:nvPr/>
            </p:nvSpPr>
            <p:spPr>
              <a:xfrm rot="10800000" flipH="1">
                <a:off x="-16750" y="0"/>
                <a:ext cx="466800" cy="5715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22375725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313"/>
        <p:cNvGrpSpPr/>
        <p:nvPr/>
      </p:nvGrpSpPr>
      <p:grpSpPr>
        <a:xfrm>
          <a:off x="0" y="0"/>
          <a:ext cx="0" cy="0"/>
          <a:chOff x="0" y="0"/>
          <a:chExt cx="0" cy="0"/>
        </a:xfrm>
      </p:grpSpPr>
      <p:grpSp>
        <p:nvGrpSpPr>
          <p:cNvPr id="1314" name="Google Shape;1314;p25"/>
          <p:cNvGrpSpPr/>
          <p:nvPr/>
        </p:nvGrpSpPr>
        <p:grpSpPr>
          <a:xfrm>
            <a:off x="-125" y="1467"/>
            <a:ext cx="12192125" cy="760533"/>
            <a:chOff x="-94" y="1100"/>
            <a:chExt cx="9144094" cy="570400"/>
          </a:xfrm>
        </p:grpSpPr>
        <p:grpSp>
          <p:nvGrpSpPr>
            <p:cNvPr id="1315" name="Google Shape;1315;p25"/>
            <p:cNvGrpSpPr/>
            <p:nvPr/>
          </p:nvGrpSpPr>
          <p:grpSpPr>
            <a:xfrm>
              <a:off x="300" y="1100"/>
              <a:ext cx="9143700" cy="570400"/>
              <a:chOff x="300" y="1100"/>
              <a:chExt cx="9143700" cy="570400"/>
            </a:xfrm>
          </p:grpSpPr>
          <p:sp>
            <p:nvSpPr>
              <p:cNvPr id="1316" name="Google Shape;1316;p25"/>
              <p:cNvSpPr/>
              <p:nvPr/>
            </p:nvSpPr>
            <p:spPr>
              <a:xfrm flipH="1">
                <a:off x="300" y="503400"/>
                <a:ext cx="9143700" cy="681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nvGrpSpPr>
              <p:cNvPr id="1317" name="Google Shape;1317;p25"/>
              <p:cNvGrpSpPr/>
              <p:nvPr/>
            </p:nvGrpSpPr>
            <p:grpSpPr>
              <a:xfrm flipH="1">
                <a:off x="449825" y="1100"/>
                <a:ext cx="8244106" cy="515409"/>
                <a:chOff x="720050" y="0"/>
                <a:chExt cx="7704052" cy="481646"/>
              </a:xfrm>
            </p:grpSpPr>
            <p:sp>
              <p:nvSpPr>
                <p:cNvPr id="1318" name="Google Shape;1318;p25"/>
                <p:cNvSpPr/>
                <p:nvPr/>
              </p:nvSpPr>
              <p:spPr>
                <a:xfrm>
                  <a:off x="720050"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19" name="Google Shape;1319;p25"/>
                <p:cNvSpPr/>
                <p:nvPr/>
              </p:nvSpPr>
              <p:spPr>
                <a:xfrm>
                  <a:off x="960793"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20" name="Google Shape;1320;p25"/>
                <p:cNvSpPr/>
                <p:nvPr/>
              </p:nvSpPr>
              <p:spPr>
                <a:xfrm>
                  <a:off x="120153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21" name="Google Shape;1321;p25"/>
                <p:cNvSpPr/>
                <p:nvPr/>
              </p:nvSpPr>
              <p:spPr>
                <a:xfrm>
                  <a:off x="1442280"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22" name="Google Shape;1322;p25"/>
                <p:cNvSpPr/>
                <p:nvPr/>
              </p:nvSpPr>
              <p:spPr>
                <a:xfrm>
                  <a:off x="168302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23" name="Google Shape;1323;p25"/>
                <p:cNvSpPr/>
                <p:nvPr/>
              </p:nvSpPr>
              <p:spPr>
                <a:xfrm>
                  <a:off x="1923767"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24" name="Google Shape;1324;p25"/>
                <p:cNvSpPr/>
                <p:nvPr/>
              </p:nvSpPr>
              <p:spPr>
                <a:xfrm>
                  <a:off x="216451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25" name="Google Shape;1325;p25"/>
                <p:cNvSpPr/>
                <p:nvPr/>
              </p:nvSpPr>
              <p:spPr>
                <a:xfrm>
                  <a:off x="2405254"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26" name="Google Shape;1326;p25"/>
                <p:cNvSpPr/>
                <p:nvPr/>
              </p:nvSpPr>
              <p:spPr>
                <a:xfrm>
                  <a:off x="2645997"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27" name="Google Shape;1327;p25"/>
                <p:cNvSpPr/>
                <p:nvPr/>
              </p:nvSpPr>
              <p:spPr>
                <a:xfrm>
                  <a:off x="2886741"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28" name="Google Shape;1328;p25"/>
                <p:cNvSpPr/>
                <p:nvPr/>
              </p:nvSpPr>
              <p:spPr>
                <a:xfrm>
                  <a:off x="3127484"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29" name="Google Shape;1329;p25"/>
                <p:cNvSpPr/>
                <p:nvPr/>
              </p:nvSpPr>
              <p:spPr>
                <a:xfrm>
                  <a:off x="336822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30" name="Google Shape;1330;p25"/>
                <p:cNvSpPr/>
                <p:nvPr/>
              </p:nvSpPr>
              <p:spPr>
                <a:xfrm>
                  <a:off x="360897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31" name="Google Shape;1331;p25"/>
                <p:cNvSpPr/>
                <p:nvPr/>
              </p:nvSpPr>
              <p:spPr>
                <a:xfrm>
                  <a:off x="3849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32" name="Google Shape;1332;p25"/>
                <p:cNvSpPr/>
                <p:nvPr/>
              </p:nvSpPr>
              <p:spPr>
                <a:xfrm>
                  <a:off x="4090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33" name="Google Shape;1333;p25"/>
                <p:cNvSpPr/>
                <p:nvPr/>
              </p:nvSpPr>
              <p:spPr>
                <a:xfrm>
                  <a:off x="720050"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34" name="Google Shape;1334;p25"/>
                <p:cNvSpPr/>
                <p:nvPr/>
              </p:nvSpPr>
              <p:spPr>
                <a:xfrm>
                  <a:off x="960793"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35" name="Google Shape;1335;p25"/>
                <p:cNvSpPr/>
                <p:nvPr/>
              </p:nvSpPr>
              <p:spPr>
                <a:xfrm>
                  <a:off x="120153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36" name="Google Shape;1336;p25"/>
                <p:cNvSpPr/>
                <p:nvPr/>
              </p:nvSpPr>
              <p:spPr>
                <a:xfrm>
                  <a:off x="1442280"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37" name="Google Shape;1337;p25"/>
                <p:cNvSpPr/>
                <p:nvPr/>
              </p:nvSpPr>
              <p:spPr>
                <a:xfrm>
                  <a:off x="168302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38" name="Google Shape;1338;p25"/>
                <p:cNvSpPr/>
                <p:nvPr/>
              </p:nvSpPr>
              <p:spPr>
                <a:xfrm>
                  <a:off x="1923767"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39" name="Google Shape;1339;p25"/>
                <p:cNvSpPr/>
                <p:nvPr/>
              </p:nvSpPr>
              <p:spPr>
                <a:xfrm>
                  <a:off x="216451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40" name="Google Shape;1340;p25"/>
                <p:cNvSpPr/>
                <p:nvPr/>
              </p:nvSpPr>
              <p:spPr>
                <a:xfrm>
                  <a:off x="2405254"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41" name="Google Shape;1341;p25"/>
                <p:cNvSpPr/>
                <p:nvPr/>
              </p:nvSpPr>
              <p:spPr>
                <a:xfrm>
                  <a:off x="2645997"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42" name="Google Shape;1342;p25"/>
                <p:cNvSpPr/>
                <p:nvPr/>
              </p:nvSpPr>
              <p:spPr>
                <a:xfrm>
                  <a:off x="2886741"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43" name="Google Shape;1343;p25"/>
                <p:cNvSpPr/>
                <p:nvPr/>
              </p:nvSpPr>
              <p:spPr>
                <a:xfrm>
                  <a:off x="3127484"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44" name="Google Shape;1344;p25"/>
                <p:cNvSpPr/>
                <p:nvPr/>
              </p:nvSpPr>
              <p:spPr>
                <a:xfrm>
                  <a:off x="336822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45" name="Google Shape;1345;p25"/>
                <p:cNvSpPr/>
                <p:nvPr/>
              </p:nvSpPr>
              <p:spPr>
                <a:xfrm>
                  <a:off x="360897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46" name="Google Shape;1346;p25"/>
                <p:cNvSpPr/>
                <p:nvPr/>
              </p:nvSpPr>
              <p:spPr>
                <a:xfrm>
                  <a:off x="3849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47" name="Google Shape;1347;p25"/>
                <p:cNvSpPr/>
                <p:nvPr/>
              </p:nvSpPr>
              <p:spPr>
                <a:xfrm>
                  <a:off x="4090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48" name="Google Shape;1348;p25"/>
                <p:cNvSpPr/>
                <p:nvPr/>
              </p:nvSpPr>
              <p:spPr>
                <a:xfrm>
                  <a:off x="4331308"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49" name="Google Shape;1349;p25"/>
                <p:cNvSpPr/>
                <p:nvPr/>
              </p:nvSpPr>
              <p:spPr>
                <a:xfrm>
                  <a:off x="4572051"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50" name="Google Shape;1350;p25"/>
                <p:cNvSpPr/>
                <p:nvPr/>
              </p:nvSpPr>
              <p:spPr>
                <a:xfrm>
                  <a:off x="481279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51" name="Google Shape;1351;p25"/>
                <p:cNvSpPr/>
                <p:nvPr/>
              </p:nvSpPr>
              <p:spPr>
                <a:xfrm>
                  <a:off x="505353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52" name="Google Shape;1352;p25"/>
                <p:cNvSpPr/>
                <p:nvPr/>
              </p:nvSpPr>
              <p:spPr>
                <a:xfrm>
                  <a:off x="529428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53" name="Google Shape;1353;p25"/>
                <p:cNvSpPr/>
                <p:nvPr/>
              </p:nvSpPr>
              <p:spPr>
                <a:xfrm>
                  <a:off x="5535025"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54" name="Google Shape;1354;p25"/>
                <p:cNvSpPr/>
                <p:nvPr/>
              </p:nvSpPr>
              <p:spPr>
                <a:xfrm>
                  <a:off x="577576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55" name="Google Shape;1355;p25"/>
                <p:cNvSpPr/>
                <p:nvPr/>
              </p:nvSpPr>
              <p:spPr>
                <a:xfrm>
                  <a:off x="6016512"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56" name="Google Shape;1356;p25"/>
                <p:cNvSpPr/>
                <p:nvPr/>
              </p:nvSpPr>
              <p:spPr>
                <a:xfrm>
                  <a:off x="625725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57" name="Google Shape;1357;p25"/>
                <p:cNvSpPr/>
                <p:nvPr/>
              </p:nvSpPr>
              <p:spPr>
                <a:xfrm>
                  <a:off x="6497999"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58" name="Google Shape;1358;p25"/>
                <p:cNvSpPr/>
                <p:nvPr/>
              </p:nvSpPr>
              <p:spPr>
                <a:xfrm>
                  <a:off x="673874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59" name="Google Shape;1359;p25"/>
                <p:cNvSpPr/>
                <p:nvPr/>
              </p:nvSpPr>
              <p:spPr>
                <a:xfrm>
                  <a:off x="6979486"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60" name="Google Shape;1360;p25"/>
                <p:cNvSpPr/>
                <p:nvPr/>
              </p:nvSpPr>
              <p:spPr>
                <a:xfrm>
                  <a:off x="7220229"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61" name="Google Shape;1361;p25"/>
                <p:cNvSpPr/>
                <p:nvPr/>
              </p:nvSpPr>
              <p:spPr>
                <a:xfrm>
                  <a:off x="7460973"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62" name="Google Shape;1362;p25"/>
                <p:cNvSpPr/>
                <p:nvPr/>
              </p:nvSpPr>
              <p:spPr>
                <a:xfrm>
                  <a:off x="4331308"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63" name="Google Shape;1363;p25"/>
                <p:cNvSpPr/>
                <p:nvPr/>
              </p:nvSpPr>
              <p:spPr>
                <a:xfrm>
                  <a:off x="4572051"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64" name="Google Shape;1364;p25"/>
                <p:cNvSpPr/>
                <p:nvPr/>
              </p:nvSpPr>
              <p:spPr>
                <a:xfrm>
                  <a:off x="481279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65" name="Google Shape;1365;p25"/>
                <p:cNvSpPr/>
                <p:nvPr/>
              </p:nvSpPr>
              <p:spPr>
                <a:xfrm>
                  <a:off x="505353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66" name="Google Shape;1366;p25"/>
                <p:cNvSpPr/>
                <p:nvPr/>
              </p:nvSpPr>
              <p:spPr>
                <a:xfrm>
                  <a:off x="529428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67" name="Google Shape;1367;p25"/>
                <p:cNvSpPr/>
                <p:nvPr/>
              </p:nvSpPr>
              <p:spPr>
                <a:xfrm>
                  <a:off x="5535025"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68" name="Google Shape;1368;p25"/>
                <p:cNvSpPr/>
                <p:nvPr/>
              </p:nvSpPr>
              <p:spPr>
                <a:xfrm>
                  <a:off x="577576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69" name="Google Shape;1369;p25"/>
                <p:cNvSpPr/>
                <p:nvPr/>
              </p:nvSpPr>
              <p:spPr>
                <a:xfrm>
                  <a:off x="6016512"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70" name="Google Shape;1370;p25"/>
                <p:cNvSpPr/>
                <p:nvPr/>
              </p:nvSpPr>
              <p:spPr>
                <a:xfrm>
                  <a:off x="625725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71" name="Google Shape;1371;p25"/>
                <p:cNvSpPr/>
                <p:nvPr/>
              </p:nvSpPr>
              <p:spPr>
                <a:xfrm>
                  <a:off x="6497999"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72" name="Google Shape;1372;p25"/>
                <p:cNvSpPr/>
                <p:nvPr/>
              </p:nvSpPr>
              <p:spPr>
                <a:xfrm>
                  <a:off x="673874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73" name="Google Shape;1373;p25"/>
                <p:cNvSpPr/>
                <p:nvPr/>
              </p:nvSpPr>
              <p:spPr>
                <a:xfrm>
                  <a:off x="6979486"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74" name="Google Shape;1374;p25"/>
                <p:cNvSpPr/>
                <p:nvPr/>
              </p:nvSpPr>
              <p:spPr>
                <a:xfrm>
                  <a:off x="7220229"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75" name="Google Shape;1375;p25"/>
                <p:cNvSpPr/>
                <p:nvPr/>
              </p:nvSpPr>
              <p:spPr>
                <a:xfrm>
                  <a:off x="7460973"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76" name="Google Shape;1376;p25"/>
                <p:cNvSpPr/>
                <p:nvPr/>
              </p:nvSpPr>
              <p:spPr>
                <a:xfrm>
                  <a:off x="7701715"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77" name="Google Shape;1377;p25"/>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78" name="Google Shape;1378;p25"/>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79" name="Google Shape;1379;p25"/>
                <p:cNvSpPr/>
                <p:nvPr/>
              </p:nvSpPr>
              <p:spPr>
                <a:xfrm>
                  <a:off x="7701715"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80" name="Google Shape;1380;p25"/>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81" name="Google Shape;1381;p25"/>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grpSp>
          <p:nvGrpSpPr>
            <p:cNvPr id="1382" name="Google Shape;1382;p25"/>
            <p:cNvGrpSpPr/>
            <p:nvPr/>
          </p:nvGrpSpPr>
          <p:grpSpPr>
            <a:xfrm flipH="1">
              <a:off x="-94" y="1100"/>
              <a:ext cx="449926" cy="515409"/>
              <a:chOff x="7942458" y="0"/>
              <a:chExt cx="420452" cy="481646"/>
            </a:xfrm>
          </p:grpSpPr>
          <p:sp>
            <p:nvSpPr>
              <p:cNvPr id="1383" name="Google Shape;1383;p25"/>
              <p:cNvSpPr/>
              <p:nvPr/>
            </p:nvSpPr>
            <p:spPr>
              <a:xfrm>
                <a:off x="7942458" y="0"/>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84" name="Google Shape;1384;p25"/>
              <p:cNvSpPr/>
              <p:nvPr/>
            </p:nvSpPr>
            <p:spPr>
              <a:xfrm>
                <a:off x="8183210" y="0"/>
                <a:ext cx="1797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85" name="Google Shape;1385;p25"/>
              <p:cNvSpPr/>
              <p:nvPr/>
            </p:nvSpPr>
            <p:spPr>
              <a:xfrm>
                <a:off x="7942458" y="240746"/>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86" name="Google Shape;1386;p25"/>
              <p:cNvSpPr/>
              <p:nvPr/>
            </p:nvSpPr>
            <p:spPr>
              <a:xfrm>
                <a:off x="8183210" y="240741"/>
                <a:ext cx="1797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nvGrpSpPr>
            <p:cNvPr id="1387" name="Google Shape;1387;p25"/>
            <p:cNvGrpSpPr/>
            <p:nvPr/>
          </p:nvGrpSpPr>
          <p:grpSpPr>
            <a:xfrm flipH="1">
              <a:off x="8693950" y="1100"/>
              <a:ext cx="449923" cy="515409"/>
              <a:chOff x="8003652" y="0"/>
              <a:chExt cx="420450" cy="481646"/>
            </a:xfrm>
          </p:grpSpPr>
          <p:sp>
            <p:nvSpPr>
              <p:cNvPr id="1388" name="Google Shape;1388;p25"/>
              <p:cNvSpPr/>
              <p:nvPr/>
            </p:nvSpPr>
            <p:spPr>
              <a:xfrm>
                <a:off x="8003652" y="0"/>
                <a:ext cx="1797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89" name="Google Shape;1389;p25"/>
              <p:cNvSpPr/>
              <p:nvPr/>
            </p:nvSpPr>
            <p:spPr>
              <a:xfrm>
                <a:off x="8183202" y="0"/>
                <a:ext cx="2409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90" name="Google Shape;1390;p25"/>
              <p:cNvSpPr/>
              <p:nvPr/>
            </p:nvSpPr>
            <p:spPr>
              <a:xfrm>
                <a:off x="8003652" y="240741"/>
                <a:ext cx="179700" cy="2409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1391" name="Google Shape;1391;p25"/>
              <p:cNvSpPr/>
              <p:nvPr/>
            </p:nvSpPr>
            <p:spPr>
              <a:xfrm>
                <a:off x="8183202" y="240746"/>
                <a:ext cx="240900" cy="2409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grpSp>
      </p:grpSp>
    </p:spTree>
    <p:extLst>
      <p:ext uri="{BB962C8B-B14F-4D97-AF65-F5344CB8AC3E}">
        <p14:creationId xmlns:p14="http://schemas.microsoft.com/office/powerpoint/2010/main" val="3878027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D9D9D9"/>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0000" y="720000"/>
            <a:ext cx="10272000" cy="7636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2800"/>
              <a:buFont typeface="Krona One"/>
              <a:buNone/>
              <a:defRPr sz="2800">
                <a:solidFill>
                  <a:schemeClr val="dk1"/>
                </a:solidFill>
                <a:latin typeface="Krona One"/>
                <a:ea typeface="Krona One"/>
                <a:cs typeface="Krona One"/>
                <a:sym typeface="Krona On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960000" y="1536633"/>
            <a:ext cx="10272000" cy="4555200"/>
          </a:xfrm>
          <a:prstGeom prst="rect">
            <a:avLst/>
          </a:prstGeom>
          <a:noFill/>
          <a:ln>
            <a:noFill/>
          </a:ln>
        </p:spPr>
        <p:txBody>
          <a:bodyPr spcFirstLastPara="1" wrap="square" lIns="91425" tIns="91425" rIns="91425" bIns="91425" anchor="ctr" anchorCtr="0">
            <a:noAutofit/>
          </a:bodyPr>
          <a:lstStyle>
            <a:lvl1pPr marL="457200" lvl="0" indent="-3175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1pPr>
            <a:lvl2pPr marL="914400" lvl="1" indent="-3175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2pPr>
            <a:lvl3pPr marL="1371600" lvl="2" indent="-3175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3pPr>
            <a:lvl4pPr marL="1828800" lvl="3" indent="-3175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4pPr>
            <a:lvl5pPr marL="2286000" lvl="4" indent="-3175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5pPr>
            <a:lvl6pPr marL="2743200" lvl="5" indent="-3175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6pPr>
            <a:lvl7pPr marL="3200400" lvl="6" indent="-3175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7pPr>
            <a:lvl8pPr marL="3657600" lvl="7" indent="-3175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8pPr>
            <a:lvl9pPr marL="4114800" lvl="8" indent="-317500">
              <a:lnSpc>
                <a:spcPct val="115000"/>
              </a:lnSpc>
              <a:spcBef>
                <a:spcPts val="0"/>
              </a:spcBef>
              <a:spcAft>
                <a:spcPts val="0"/>
              </a:spcAft>
              <a:buClr>
                <a:schemeClr val="dk1"/>
              </a:buClr>
              <a:buSzPts val="1400"/>
              <a:buFont typeface="Jost"/>
              <a:buChar char="■"/>
              <a:defRPr>
                <a:solidFill>
                  <a:schemeClr val="dk1"/>
                </a:solidFill>
                <a:latin typeface="Jost"/>
                <a:ea typeface="Jost"/>
                <a:cs typeface="Jost"/>
                <a:sym typeface="Jost"/>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pPr defTabSz="1219170">
              <a:buClr>
                <a:srgbClr val="000000"/>
              </a:buClr>
            </a:pPr>
            <a:fld id="{00000000-1234-1234-1234-123412341234}" type="slidenum">
              <a:rPr lang="en" kern="0" smtClean="0">
                <a:solidFill>
                  <a:srgbClr val="CCCCCC"/>
                </a:solidFill>
                <a:cs typeface="Arial"/>
                <a:sym typeface="Arial"/>
              </a:rPr>
              <a:pPr defTabSz="1219170">
                <a:buClr>
                  <a:srgbClr val="000000"/>
                </a:buClr>
              </a:pPr>
              <a:t>‹#›</a:t>
            </a:fld>
            <a:endParaRPr lang="en" kern="0">
              <a:solidFill>
                <a:srgbClr val="CCCCCC"/>
              </a:solidFill>
              <a:cs typeface="Arial"/>
              <a:sym typeface="Arial"/>
            </a:endParaRPr>
          </a:p>
        </p:txBody>
      </p:sp>
    </p:spTree>
    <p:extLst>
      <p:ext uri="{BB962C8B-B14F-4D97-AF65-F5344CB8AC3E}">
        <p14:creationId xmlns:p14="http://schemas.microsoft.com/office/powerpoint/2010/main" val="318932638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9.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app.arduino.cc/sketches/8f43a49f-aab5-494d-8dcf-c9f00e55a3c1?view-mode=preview" TargetMode="External"/><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7"/>
        <p:cNvGrpSpPr/>
        <p:nvPr/>
      </p:nvGrpSpPr>
      <p:grpSpPr>
        <a:xfrm>
          <a:off x="0" y="0"/>
          <a:ext cx="0" cy="0"/>
          <a:chOff x="0" y="0"/>
          <a:chExt cx="0" cy="0"/>
        </a:xfrm>
      </p:grpSpPr>
      <p:grpSp>
        <p:nvGrpSpPr>
          <p:cNvPr id="1408" name="Google Shape;1408;p32"/>
          <p:cNvGrpSpPr/>
          <p:nvPr/>
        </p:nvGrpSpPr>
        <p:grpSpPr>
          <a:xfrm>
            <a:off x="1495300" y="5124034"/>
            <a:ext cx="1628400" cy="760533"/>
            <a:chOff x="670175" y="3809850"/>
            <a:chExt cx="1221300" cy="570400"/>
          </a:xfrm>
        </p:grpSpPr>
        <p:cxnSp>
          <p:nvCxnSpPr>
            <p:cNvPr id="1409" name="Google Shape;1409;p32"/>
            <p:cNvCxnSpPr/>
            <p:nvPr/>
          </p:nvCxnSpPr>
          <p:spPr>
            <a:xfrm rot="10800000">
              <a:off x="670175" y="3999983"/>
              <a:ext cx="1221300" cy="0"/>
            </a:xfrm>
            <a:prstGeom prst="straightConnector1">
              <a:avLst/>
            </a:prstGeom>
            <a:noFill/>
            <a:ln w="9525" cap="flat" cmpd="sng">
              <a:solidFill>
                <a:schemeClr val="dk2"/>
              </a:solidFill>
              <a:prstDash val="solid"/>
              <a:round/>
              <a:headEnd type="none" w="med" len="med"/>
              <a:tailEnd type="none" w="med" len="med"/>
            </a:ln>
          </p:spPr>
        </p:cxnSp>
        <p:cxnSp>
          <p:nvCxnSpPr>
            <p:cNvPr id="1410" name="Google Shape;1410;p32"/>
            <p:cNvCxnSpPr/>
            <p:nvPr/>
          </p:nvCxnSpPr>
          <p:spPr>
            <a:xfrm rot="10800000">
              <a:off x="670175" y="4380250"/>
              <a:ext cx="1221300" cy="0"/>
            </a:xfrm>
            <a:prstGeom prst="straightConnector1">
              <a:avLst/>
            </a:prstGeom>
            <a:noFill/>
            <a:ln w="9525" cap="flat" cmpd="sng">
              <a:solidFill>
                <a:schemeClr val="dk2"/>
              </a:solidFill>
              <a:prstDash val="solid"/>
              <a:round/>
              <a:headEnd type="none" w="med" len="med"/>
              <a:tailEnd type="none" w="med" len="med"/>
            </a:ln>
          </p:spPr>
        </p:cxnSp>
        <p:cxnSp>
          <p:nvCxnSpPr>
            <p:cNvPr id="1411" name="Google Shape;1411;p32"/>
            <p:cNvCxnSpPr/>
            <p:nvPr/>
          </p:nvCxnSpPr>
          <p:spPr>
            <a:xfrm rot="10800000">
              <a:off x="995525" y="4190117"/>
              <a:ext cx="570600" cy="0"/>
            </a:xfrm>
            <a:prstGeom prst="straightConnector1">
              <a:avLst/>
            </a:prstGeom>
            <a:noFill/>
            <a:ln w="9525" cap="flat" cmpd="sng">
              <a:solidFill>
                <a:schemeClr val="dk2"/>
              </a:solidFill>
              <a:prstDash val="solid"/>
              <a:round/>
              <a:headEnd type="none" w="med" len="med"/>
              <a:tailEnd type="none" w="med" len="med"/>
            </a:ln>
          </p:spPr>
        </p:cxnSp>
        <p:cxnSp>
          <p:nvCxnSpPr>
            <p:cNvPr id="1412" name="Google Shape;1412;p32"/>
            <p:cNvCxnSpPr/>
            <p:nvPr/>
          </p:nvCxnSpPr>
          <p:spPr>
            <a:xfrm rot="10800000">
              <a:off x="995525" y="3809850"/>
              <a:ext cx="570600" cy="0"/>
            </a:xfrm>
            <a:prstGeom prst="straightConnector1">
              <a:avLst/>
            </a:prstGeom>
            <a:noFill/>
            <a:ln w="9525" cap="flat" cmpd="sng">
              <a:solidFill>
                <a:schemeClr val="dk2"/>
              </a:solidFill>
              <a:prstDash val="solid"/>
              <a:round/>
              <a:headEnd type="none" w="med" len="med"/>
              <a:tailEnd type="none" w="med" len="med"/>
            </a:ln>
          </p:spPr>
        </p:cxnSp>
      </p:grpSp>
      <p:pic>
        <p:nvPicPr>
          <p:cNvPr id="1413" name="Google Shape;1413;p32"/>
          <p:cNvPicPr preferRelativeResize="0"/>
          <p:nvPr/>
        </p:nvPicPr>
        <p:blipFill rotWithShape="1">
          <a:blip r:embed="rId3">
            <a:alphaModFix/>
          </a:blip>
          <a:srcRect l="2922" t="3652" b="22262"/>
          <a:stretch/>
        </p:blipFill>
        <p:spPr>
          <a:xfrm>
            <a:off x="3014401" y="5058567"/>
            <a:ext cx="6163204" cy="1380301"/>
          </a:xfrm>
          <a:prstGeom prst="rect">
            <a:avLst/>
          </a:prstGeom>
          <a:noFill/>
          <a:ln>
            <a:noFill/>
          </a:ln>
        </p:spPr>
      </p:pic>
      <p:sp>
        <p:nvSpPr>
          <p:cNvPr id="1414" name="Google Shape;1414;p32"/>
          <p:cNvSpPr txBox="1">
            <a:spLocks noGrp="1"/>
          </p:cNvSpPr>
          <p:nvPr>
            <p:ph type="ctrTitle"/>
          </p:nvPr>
        </p:nvSpPr>
        <p:spPr>
          <a:xfrm>
            <a:off x="960000" y="1415251"/>
            <a:ext cx="10272000" cy="2240000"/>
          </a:xfrm>
          <a:prstGeom prst="rect">
            <a:avLst/>
          </a:prstGeom>
        </p:spPr>
        <p:txBody>
          <a:bodyPr spcFirstLastPara="1" wrap="square" lIns="121900" tIns="121900" rIns="121900" bIns="121900" anchor="ctr" anchorCtr="0">
            <a:noAutofit/>
          </a:bodyPr>
          <a:lstStyle/>
          <a:p>
            <a:r>
              <a:rPr lang="tr-TR" dirty="0">
                <a:latin typeface="+mj-lt"/>
              </a:rPr>
              <a:t>PID LINE FOLLOWING CAR</a:t>
            </a:r>
            <a:endParaRPr dirty="0">
              <a:latin typeface="+mj-lt"/>
            </a:endParaRPr>
          </a:p>
        </p:txBody>
      </p:sp>
      <p:sp>
        <p:nvSpPr>
          <p:cNvPr id="1415" name="Google Shape;1415;p32"/>
          <p:cNvSpPr txBox="1">
            <a:spLocks noGrp="1"/>
          </p:cNvSpPr>
          <p:nvPr>
            <p:ph type="subTitle" idx="1"/>
          </p:nvPr>
        </p:nvSpPr>
        <p:spPr>
          <a:xfrm>
            <a:off x="3014400" y="3807551"/>
            <a:ext cx="6163200" cy="546800"/>
          </a:xfrm>
          <a:prstGeom prst="rect">
            <a:avLst/>
          </a:prstGeom>
        </p:spPr>
        <p:txBody>
          <a:bodyPr spcFirstLastPara="1" wrap="square" lIns="121900" tIns="121900" rIns="121900" bIns="121900" anchor="ctr" anchorCtr="0">
            <a:noAutofit/>
          </a:bodyPr>
          <a:lstStyle/>
          <a:p>
            <a:pPr marL="0" indent="0">
              <a:buClr>
                <a:srgbClr val="000000"/>
              </a:buClr>
              <a:buSzPts val="1100"/>
            </a:pPr>
            <a:r>
              <a:rPr lang="tr-TR" dirty="0">
                <a:solidFill>
                  <a:srgbClr val="000000"/>
                </a:solidFill>
                <a:latin typeface="+mj-lt"/>
              </a:rPr>
              <a:t>Ozan Emre Tunca</a:t>
            </a:r>
          </a:p>
        </p:txBody>
      </p:sp>
      <p:sp>
        <p:nvSpPr>
          <p:cNvPr id="1416" name="Google Shape;1416;p32"/>
          <p:cNvSpPr/>
          <p:nvPr/>
        </p:nvSpPr>
        <p:spPr>
          <a:xfrm>
            <a:off x="1327367" y="6265133"/>
            <a:ext cx="9537200" cy="230000"/>
          </a:xfrm>
          <a:prstGeom prst="ellipse">
            <a:avLst/>
          </a:prstGeom>
          <a:solidFill>
            <a:srgbClr val="1E1E1E">
              <a:alpha val="7590"/>
            </a:srgbClr>
          </a:solidFill>
          <a:ln>
            <a:noFill/>
          </a:ln>
        </p:spPr>
        <p:txBody>
          <a:bodyPr spcFirstLastPara="1" wrap="square" lIns="121900" tIns="121900" rIns="121900" bIns="121900" anchor="ctr" anchorCtr="0">
            <a:noAutofit/>
          </a:bodyPr>
          <a:lstStyle/>
          <a:p>
            <a:endParaRPr sz="2400">
              <a:latin typeface="+mj-lt"/>
            </a:endParaRPr>
          </a:p>
        </p:txBody>
      </p:sp>
    </p:spTree>
    <p:extLst>
      <p:ext uri="{BB962C8B-B14F-4D97-AF65-F5344CB8AC3E}">
        <p14:creationId xmlns:p14="http://schemas.microsoft.com/office/powerpoint/2010/main" val="39130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20"/>
        <p:cNvGrpSpPr/>
        <p:nvPr/>
      </p:nvGrpSpPr>
      <p:grpSpPr>
        <a:xfrm>
          <a:off x="0" y="0"/>
          <a:ext cx="0" cy="0"/>
          <a:chOff x="0" y="0"/>
          <a:chExt cx="0" cy="0"/>
        </a:xfrm>
      </p:grpSpPr>
      <p:sp>
        <p:nvSpPr>
          <p:cNvPr id="1421" name="Google Shape;1421;p33"/>
          <p:cNvSpPr txBox="1">
            <a:spLocks noGrp="1"/>
          </p:cNvSpPr>
          <p:nvPr>
            <p:ph type="title"/>
          </p:nvPr>
        </p:nvSpPr>
        <p:spPr>
          <a:xfrm>
            <a:off x="960000" y="242922"/>
            <a:ext cx="10272000" cy="763600"/>
          </a:xfrm>
          <a:prstGeom prst="rect">
            <a:avLst/>
          </a:prstGeom>
        </p:spPr>
        <p:txBody>
          <a:bodyPr spcFirstLastPara="1" wrap="square" lIns="121900" tIns="121900" rIns="121900" bIns="121900" anchor="ctr" anchorCtr="0">
            <a:noAutofit/>
          </a:bodyPr>
          <a:lstStyle/>
          <a:p>
            <a:r>
              <a:rPr lang="tr-TR" b="1" dirty="0">
                <a:latin typeface="+mj-lt"/>
              </a:rPr>
              <a:t>INTRODUCTION</a:t>
            </a:r>
            <a:endParaRPr b="1" dirty="0">
              <a:latin typeface="+mj-lt"/>
            </a:endParaRPr>
          </a:p>
        </p:txBody>
      </p:sp>
      <p:sp>
        <p:nvSpPr>
          <p:cNvPr id="1423" name="Google Shape;1423;p33"/>
          <p:cNvSpPr txBox="1"/>
          <p:nvPr/>
        </p:nvSpPr>
        <p:spPr>
          <a:xfrm>
            <a:off x="960000" y="1483600"/>
            <a:ext cx="10358789" cy="1597352"/>
          </a:xfrm>
          <a:prstGeom prst="rect">
            <a:avLst/>
          </a:prstGeom>
          <a:noFill/>
          <a:ln>
            <a:noFill/>
          </a:ln>
        </p:spPr>
        <p:txBody>
          <a:bodyPr spcFirstLastPara="1" wrap="square" lIns="121900" tIns="121900" rIns="0" bIns="121900" anchor="ctr" anchorCtr="0">
            <a:noAutofit/>
          </a:bodyPr>
          <a:lstStyle/>
          <a:p>
            <a:pPr lvl="0"/>
            <a:r>
              <a:rPr lang="en-US" sz="2400" dirty="0">
                <a:solidFill>
                  <a:schemeClr val="dk1"/>
                </a:solidFill>
                <a:latin typeface="+mj-lt"/>
                <a:ea typeface="Jost"/>
                <a:cs typeface="Jost"/>
                <a:sym typeface="Jost"/>
              </a:rPr>
              <a:t>In this project, a line-following robot was designed and implemented using the PID (Proportional-Integral-Derivative) control algorithm. Line-following robots are autonomous vehicles capable of following a path drawn on a specific track and are widely used in industrial applications. In our project, we utilized components such as the </a:t>
            </a:r>
            <a:r>
              <a:rPr lang="en-US" sz="2400" dirty="0" err="1">
                <a:solidFill>
                  <a:schemeClr val="dk1"/>
                </a:solidFill>
                <a:latin typeface="+mj-lt"/>
                <a:ea typeface="Jost"/>
                <a:cs typeface="Jost"/>
                <a:sym typeface="Jost"/>
              </a:rPr>
              <a:t>Pololu</a:t>
            </a:r>
            <a:r>
              <a:rPr lang="en-US" sz="2400" dirty="0">
                <a:solidFill>
                  <a:schemeClr val="dk1"/>
                </a:solidFill>
                <a:latin typeface="+mj-lt"/>
                <a:ea typeface="Jost"/>
                <a:cs typeface="Jost"/>
                <a:sym typeface="Jost"/>
              </a:rPr>
              <a:t> QTR-8A line sensor, Arduino Nano microcontroller, L298N motor driver, and N20 micro DC motors.</a:t>
            </a:r>
            <a:endParaRPr sz="2400" dirty="0">
              <a:solidFill>
                <a:schemeClr val="dk1"/>
              </a:solidFill>
              <a:latin typeface="+mj-lt"/>
              <a:ea typeface="Jost"/>
              <a:cs typeface="Jost"/>
              <a:sym typeface="Jost"/>
            </a:endParaRPr>
          </a:p>
        </p:txBody>
      </p:sp>
      <p:pic>
        <p:nvPicPr>
          <p:cNvPr id="3" name="Resi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852" y="3080952"/>
            <a:ext cx="9877168" cy="3669957"/>
          </a:xfrm>
          <a:prstGeom prst="rect">
            <a:avLst/>
          </a:prstGeom>
        </p:spPr>
      </p:pic>
    </p:spTree>
    <p:extLst>
      <p:ext uri="{BB962C8B-B14F-4D97-AF65-F5344CB8AC3E}">
        <p14:creationId xmlns:p14="http://schemas.microsoft.com/office/powerpoint/2010/main" val="1692036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29"/>
        <p:cNvGrpSpPr/>
        <p:nvPr/>
      </p:nvGrpSpPr>
      <p:grpSpPr>
        <a:xfrm>
          <a:off x="0" y="0"/>
          <a:ext cx="0" cy="0"/>
          <a:chOff x="0" y="0"/>
          <a:chExt cx="0" cy="0"/>
        </a:xfrm>
      </p:grpSpPr>
      <p:sp>
        <p:nvSpPr>
          <p:cNvPr id="1430" name="Google Shape;1430;p34"/>
          <p:cNvSpPr txBox="1">
            <a:spLocks noGrp="1"/>
          </p:cNvSpPr>
          <p:nvPr>
            <p:ph type="title"/>
          </p:nvPr>
        </p:nvSpPr>
        <p:spPr>
          <a:xfrm>
            <a:off x="960000" y="720000"/>
            <a:ext cx="10272000" cy="763600"/>
          </a:xfrm>
          <a:prstGeom prst="rect">
            <a:avLst/>
          </a:prstGeom>
        </p:spPr>
        <p:txBody>
          <a:bodyPr spcFirstLastPara="1" wrap="square" lIns="121900" tIns="121900" rIns="121900" bIns="121900" anchor="ctr" anchorCtr="0">
            <a:noAutofit/>
          </a:bodyPr>
          <a:lstStyle/>
          <a:p>
            <a:r>
              <a:rPr lang="tr-TR" b="1" dirty="0">
                <a:latin typeface="+mj-lt"/>
              </a:rPr>
              <a:t>OBJECTIVES AND GOALS</a:t>
            </a:r>
            <a:endParaRPr b="1" dirty="0">
              <a:latin typeface="+mj-lt"/>
            </a:endParaRPr>
          </a:p>
        </p:txBody>
      </p:sp>
      <p:sp>
        <p:nvSpPr>
          <p:cNvPr id="1431" name="Google Shape;1431;p34"/>
          <p:cNvSpPr txBox="1">
            <a:spLocks noGrp="1"/>
          </p:cNvSpPr>
          <p:nvPr>
            <p:ph type="title" idx="2"/>
          </p:nvPr>
        </p:nvSpPr>
        <p:spPr>
          <a:xfrm>
            <a:off x="1265451" y="2204900"/>
            <a:ext cx="1118400" cy="1120800"/>
          </a:xfrm>
          <a:prstGeom prst="rect">
            <a:avLst/>
          </a:prstGeom>
        </p:spPr>
        <p:txBody>
          <a:bodyPr spcFirstLastPara="1" wrap="square" lIns="0" tIns="121900" rIns="0" bIns="121900" anchor="ctr" anchorCtr="0">
            <a:noAutofit/>
          </a:bodyPr>
          <a:lstStyle/>
          <a:p>
            <a:r>
              <a:rPr lang="en" dirty="0">
                <a:latin typeface="+mj-lt"/>
              </a:rPr>
              <a:t>01</a:t>
            </a:r>
            <a:endParaRPr dirty="0">
              <a:latin typeface="+mj-lt"/>
            </a:endParaRPr>
          </a:p>
        </p:txBody>
      </p:sp>
      <p:sp>
        <p:nvSpPr>
          <p:cNvPr id="1432" name="Google Shape;1432;p34"/>
          <p:cNvSpPr txBox="1">
            <a:spLocks noGrp="1"/>
          </p:cNvSpPr>
          <p:nvPr>
            <p:ph type="title" idx="3"/>
          </p:nvPr>
        </p:nvSpPr>
        <p:spPr>
          <a:xfrm>
            <a:off x="2587049" y="2204899"/>
            <a:ext cx="3130000" cy="1114967"/>
          </a:xfrm>
          <a:prstGeom prst="rect">
            <a:avLst/>
          </a:prstGeom>
        </p:spPr>
        <p:txBody>
          <a:bodyPr spcFirstLastPara="1" wrap="square" lIns="121900" tIns="121900" rIns="120000" bIns="121900" anchor="ctr" anchorCtr="0">
            <a:noAutofit/>
          </a:bodyPr>
          <a:lstStyle/>
          <a:p>
            <a:pPr lvl="0"/>
            <a:r>
              <a:rPr lang="tr-TR" b="1" dirty="0">
                <a:latin typeface="+mj-lt"/>
              </a:rPr>
              <a:t>Design of </a:t>
            </a:r>
            <a:r>
              <a:rPr lang="tr-TR" b="1" dirty="0" err="1">
                <a:latin typeface="+mj-lt"/>
              </a:rPr>
              <a:t>the</a:t>
            </a:r>
            <a:r>
              <a:rPr lang="tr-TR" b="1" dirty="0">
                <a:latin typeface="+mj-lt"/>
              </a:rPr>
              <a:t> Robot</a:t>
            </a:r>
            <a:endParaRPr b="1" dirty="0">
              <a:latin typeface="+mj-lt"/>
            </a:endParaRPr>
          </a:p>
        </p:txBody>
      </p:sp>
      <p:sp>
        <p:nvSpPr>
          <p:cNvPr id="1434" name="Google Shape;1434;p34"/>
          <p:cNvSpPr txBox="1">
            <a:spLocks noGrp="1"/>
          </p:cNvSpPr>
          <p:nvPr>
            <p:ph type="title" idx="4"/>
          </p:nvPr>
        </p:nvSpPr>
        <p:spPr>
          <a:xfrm>
            <a:off x="1265451" y="4347200"/>
            <a:ext cx="1118400" cy="1118400"/>
          </a:xfrm>
          <a:prstGeom prst="rect">
            <a:avLst/>
          </a:prstGeom>
        </p:spPr>
        <p:txBody>
          <a:bodyPr spcFirstLastPara="1" wrap="square" lIns="0" tIns="121900" rIns="0" bIns="121900" anchor="ctr" anchorCtr="0">
            <a:noAutofit/>
          </a:bodyPr>
          <a:lstStyle/>
          <a:p>
            <a:r>
              <a:rPr lang="en" dirty="0">
                <a:latin typeface="+mj-lt"/>
              </a:rPr>
              <a:t>02</a:t>
            </a:r>
            <a:endParaRPr dirty="0">
              <a:latin typeface="+mj-lt"/>
            </a:endParaRPr>
          </a:p>
        </p:txBody>
      </p:sp>
      <p:sp>
        <p:nvSpPr>
          <p:cNvPr id="1435" name="Google Shape;1435;p34"/>
          <p:cNvSpPr txBox="1">
            <a:spLocks noGrp="1"/>
          </p:cNvSpPr>
          <p:nvPr>
            <p:ph type="title" idx="5"/>
          </p:nvPr>
        </p:nvSpPr>
        <p:spPr>
          <a:xfrm>
            <a:off x="2587049" y="4345400"/>
            <a:ext cx="3130000" cy="1120200"/>
          </a:xfrm>
          <a:prstGeom prst="rect">
            <a:avLst/>
          </a:prstGeom>
        </p:spPr>
        <p:txBody>
          <a:bodyPr spcFirstLastPara="1" wrap="square" lIns="121900" tIns="121900" rIns="120000" bIns="121900" anchor="ctr" anchorCtr="0">
            <a:noAutofit/>
          </a:bodyPr>
          <a:lstStyle/>
          <a:p>
            <a:r>
              <a:rPr lang="tr-TR" b="1" dirty="0" err="1">
                <a:latin typeface="+mj-lt"/>
              </a:rPr>
              <a:t>Line</a:t>
            </a:r>
            <a:r>
              <a:rPr lang="tr-TR" b="1" dirty="0">
                <a:latin typeface="+mj-lt"/>
              </a:rPr>
              <a:t> </a:t>
            </a:r>
            <a:r>
              <a:rPr lang="tr-TR" b="1" dirty="0" err="1">
                <a:latin typeface="+mj-lt"/>
              </a:rPr>
              <a:t>Following</a:t>
            </a:r>
            <a:endParaRPr b="1" dirty="0">
              <a:latin typeface="+mj-lt"/>
            </a:endParaRPr>
          </a:p>
        </p:txBody>
      </p:sp>
      <p:sp>
        <p:nvSpPr>
          <p:cNvPr id="1437" name="Google Shape;1437;p34"/>
          <p:cNvSpPr txBox="1">
            <a:spLocks noGrp="1"/>
          </p:cNvSpPr>
          <p:nvPr>
            <p:ph type="title" idx="7"/>
          </p:nvPr>
        </p:nvSpPr>
        <p:spPr>
          <a:xfrm>
            <a:off x="6474949" y="2201467"/>
            <a:ext cx="1118400" cy="1118400"/>
          </a:xfrm>
          <a:prstGeom prst="rect">
            <a:avLst/>
          </a:prstGeom>
        </p:spPr>
        <p:txBody>
          <a:bodyPr spcFirstLastPara="1" wrap="square" lIns="0" tIns="121900" rIns="0" bIns="121900" anchor="ctr" anchorCtr="0">
            <a:noAutofit/>
          </a:bodyPr>
          <a:lstStyle/>
          <a:p>
            <a:r>
              <a:rPr lang="en" dirty="0">
                <a:latin typeface="+mj-lt"/>
              </a:rPr>
              <a:t>03</a:t>
            </a:r>
            <a:endParaRPr dirty="0">
              <a:latin typeface="+mj-lt"/>
            </a:endParaRPr>
          </a:p>
        </p:txBody>
      </p:sp>
      <p:sp>
        <p:nvSpPr>
          <p:cNvPr id="1438" name="Google Shape;1438;p34"/>
          <p:cNvSpPr txBox="1">
            <a:spLocks noGrp="1"/>
          </p:cNvSpPr>
          <p:nvPr>
            <p:ph type="title" idx="8"/>
          </p:nvPr>
        </p:nvSpPr>
        <p:spPr>
          <a:xfrm>
            <a:off x="7796549" y="2204900"/>
            <a:ext cx="3130000" cy="1114965"/>
          </a:xfrm>
          <a:prstGeom prst="rect">
            <a:avLst/>
          </a:prstGeom>
        </p:spPr>
        <p:txBody>
          <a:bodyPr spcFirstLastPara="1" wrap="square" lIns="121900" tIns="121900" rIns="120000" bIns="121900" anchor="ctr" anchorCtr="0">
            <a:noAutofit/>
          </a:bodyPr>
          <a:lstStyle/>
          <a:p>
            <a:pPr>
              <a:buSzPts val="1100"/>
            </a:pPr>
            <a:r>
              <a:rPr lang="en" b="1" dirty="0">
                <a:latin typeface="+mj-lt"/>
              </a:rPr>
              <a:t>S</a:t>
            </a:r>
            <a:r>
              <a:rPr lang="tr-TR" b="1" dirty="0" err="1">
                <a:latin typeface="+mj-lt"/>
              </a:rPr>
              <a:t>teady</a:t>
            </a:r>
            <a:r>
              <a:rPr lang="tr-TR" b="1" dirty="0">
                <a:latin typeface="+mj-lt"/>
              </a:rPr>
              <a:t> </a:t>
            </a:r>
            <a:r>
              <a:rPr lang="tr-TR" b="1" dirty="0" err="1">
                <a:latin typeface="+mj-lt"/>
              </a:rPr>
              <a:t>Perfomance</a:t>
            </a:r>
            <a:endParaRPr b="1" dirty="0">
              <a:latin typeface="+mj-lt"/>
            </a:endParaRPr>
          </a:p>
        </p:txBody>
      </p:sp>
      <p:sp>
        <p:nvSpPr>
          <p:cNvPr id="1440" name="Google Shape;1440;p34"/>
          <p:cNvSpPr txBox="1">
            <a:spLocks noGrp="1"/>
          </p:cNvSpPr>
          <p:nvPr>
            <p:ph type="title" idx="13"/>
          </p:nvPr>
        </p:nvSpPr>
        <p:spPr>
          <a:xfrm>
            <a:off x="6477083" y="4347200"/>
            <a:ext cx="1118400" cy="1118400"/>
          </a:xfrm>
          <a:prstGeom prst="rect">
            <a:avLst/>
          </a:prstGeom>
        </p:spPr>
        <p:txBody>
          <a:bodyPr spcFirstLastPara="1" wrap="square" lIns="0" tIns="121900" rIns="0" bIns="121900" anchor="ctr" anchorCtr="0">
            <a:noAutofit/>
          </a:bodyPr>
          <a:lstStyle/>
          <a:p>
            <a:r>
              <a:rPr lang="en" dirty="0">
                <a:latin typeface="+mj-lt"/>
              </a:rPr>
              <a:t>04</a:t>
            </a:r>
            <a:endParaRPr dirty="0">
              <a:latin typeface="+mj-lt"/>
            </a:endParaRPr>
          </a:p>
        </p:txBody>
      </p:sp>
      <p:sp>
        <p:nvSpPr>
          <p:cNvPr id="1441" name="Google Shape;1441;p34"/>
          <p:cNvSpPr txBox="1">
            <a:spLocks noGrp="1"/>
          </p:cNvSpPr>
          <p:nvPr>
            <p:ph type="title" idx="14"/>
          </p:nvPr>
        </p:nvSpPr>
        <p:spPr>
          <a:xfrm>
            <a:off x="7796549" y="4345401"/>
            <a:ext cx="3435451" cy="1120199"/>
          </a:xfrm>
          <a:prstGeom prst="rect">
            <a:avLst/>
          </a:prstGeom>
        </p:spPr>
        <p:txBody>
          <a:bodyPr spcFirstLastPara="1" wrap="square" lIns="121900" tIns="121900" rIns="120000" bIns="121900" anchor="ctr" anchorCtr="0">
            <a:noAutofit/>
          </a:bodyPr>
          <a:lstStyle/>
          <a:p>
            <a:pPr lvl="0">
              <a:buSzPts val="1100"/>
            </a:pPr>
            <a:r>
              <a:rPr lang="tr-TR" b="1" dirty="0" err="1">
                <a:latin typeface="+mj-lt"/>
              </a:rPr>
              <a:t>Cost</a:t>
            </a:r>
            <a:r>
              <a:rPr lang="tr-TR" b="1" dirty="0">
                <a:latin typeface="+mj-lt"/>
              </a:rPr>
              <a:t> - </a:t>
            </a:r>
            <a:r>
              <a:rPr lang="tr-TR" b="1" dirty="0" err="1">
                <a:latin typeface="+mj-lt"/>
              </a:rPr>
              <a:t>Efficiency</a:t>
            </a:r>
            <a:endParaRPr b="1" dirty="0">
              <a:latin typeface="+mj-lt"/>
            </a:endParaRPr>
          </a:p>
        </p:txBody>
      </p:sp>
    </p:spTree>
    <p:extLst>
      <p:ext uri="{BB962C8B-B14F-4D97-AF65-F5344CB8AC3E}">
        <p14:creationId xmlns:p14="http://schemas.microsoft.com/office/powerpoint/2010/main" val="3667431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6"/>
        <p:cNvGrpSpPr/>
        <p:nvPr/>
      </p:nvGrpSpPr>
      <p:grpSpPr>
        <a:xfrm>
          <a:off x="0" y="0"/>
          <a:ext cx="0" cy="0"/>
          <a:chOff x="0" y="0"/>
          <a:chExt cx="0" cy="0"/>
        </a:xfrm>
      </p:grpSpPr>
      <p:pic>
        <p:nvPicPr>
          <p:cNvPr id="3" name="Resi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338" y="808853"/>
            <a:ext cx="4762500" cy="2552185"/>
          </a:xfrm>
          <a:prstGeom prst="rect">
            <a:avLst/>
          </a:prstGeom>
        </p:spPr>
      </p:pic>
      <p:pic>
        <p:nvPicPr>
          <p:cNvPr id="5" name="Resim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7395" y="808852"/>
            <a:ext cx="5588752" cy="2631531"/>
          </a:xfrm>
          <a:prstGeom prst="rect">
            <a:avLst/>
          </a:prstGeom>
        </p:spPr>
      </p:pic>
      <p:sp>
        <p:nvSpPr>
          <p:cNvPr id="6" name="Metin kutusu 5"/>
          <p:cNvSpPr txBox="1"/>
          <p:nvPr/>
        </p:nvSpPr>
        <p:spPr>
          <a:xfrm>
            <a:off x="263611" y="3789406"/>
            <a:ext cx="4597227" cy="461665"/>
          </a:xfrm>
          <a:prstGeom prst="rect">
            <a:avLst/>
          </a:prstGeom>
          <a:noFill/>
        </p:spPr>
        <p:txBody>
          <a:bodyPr wrap="square" rtlCol="0">
            <a:spAutoFit/>
          </a:bodyPr>
          <a:lstStyle/>
          <a:p>
            <a:endParaRPr lang="tr-TR" sz="2400" dirty="0"/>
          </a:p>
        </p:txBody>
      </p:sp>
      <p:sp>
        <p:nvSpPr>
          <p:cNvPr id="7" name="Metin kutusu 6"/>
          <p:cNvSpPr txBox="1"/>
          <p:nvPr/>
        </p:nvSpPr>
        <p:spPr>
          <a:xfrm>
            <a:off x="172995" y="3584220"/>
            <a:ext cx="4687843" cy="1692771"/>
          </a:xfrm>
          <a:prstGeom prst="rect">
            <a:avLst/>
          </a:prstGeom>
          <a:noFill/>
        </p:spPr>
        <p:txBody>
          <a:bodyPr wrap="square" rtlCol="0">
            <a:spAutoFit/>
          </a:bodyPr>
          <a:lstStyle/>
          <a:p>
            <a:r>
              <a:rPr lang="tr-TR" sz="2400" b="1" dirty="0" err="1"/>
              <a:t>Arduino</a:t>
            </a:r>
            <a:r>
              <a:rPr lang="tr-TR" sz="2400" b="1" dirty="0"/>
              <a:t>  </a:t>
            </a:r>
            <a:r>
              <a:rPr lang="tr-TR" sz="2400" b="1" dirty="0" err="1"/>
              <a:t>Nano</a:t>
            </a:r>
            <a:endParaRPr lang="tr-TR" sz="1600" dirty="0"/>
          </a:p>
          <a:p>
            <a:r>
              <a:rPr lang="en-US" sz="1600" dirty="0"/>
              <a:t>The line data received through the sensors was processed by the PID control algorithm running on Arduino Nano and transferred to the motor driver. In this way, the robot was able to follow the line accurately and react.</a:t>
            </a:r>
            <a:endParaRPr lang="tr-TR" sz="1600" dirty="0"/>
          </a:p>
        </p:txBody>
      </p:sp>
      <p:sp>
        <p:nvSpPr>
          <p:cNvPr id="8" name="Metin kutusu 7"/>
          <p:cNvSpPr txBox="1"/>
          <p:nvPr/>
        </p:nvSpPr>
        <p:spPr>
          <a:xfrm>
            <a:off x="7022069" y="3584221"/>
            <a:ext cx="5169931" cy="2185214"/>
          </a:xfrm>
          <a:prstGeom prst="rect">
            <a:avLst/>
          </a:prstGeom>
          <a:noFill/>
        </p:spPr>
        <p:txBody>
          <a:bodyPr wrap="square" rtlCol="0">
            <a:spAutoFit/>
          </a:bodyPr>
          <a:lstStyle/>
          <a:p>
            <a:r>
              <a:rPr lang="tr-TR" sz="2400" b="1" dirty="0"/>
              <a:t>QTR-8A IR SENSOR</a:t>
            </a:r>
          </a:p>
          <a:p>
            <a:r>
              <a:rPr lang="en-US" sz="1600" dirty="0"/>
              <a:t>Designed for line-following robots, this sensor board features 8 IR LED/phototransistor pairs spaced 1cm apart</a:t>
            </a:r>
            <a:r>
              <a:rPr lang="tr-TR" sz="1600" dirty="0"/>
              <a:t>. </a:t>
            </a:r>
            <a:r>
              <a:rPr lang="en-US" sz="1600" dirty="0"/>
              <a:t>A pull-up resistor is connected to each sensor. The voltage output changes analogously depending on whether the ground reflects light or its distance from the object. As the reflection increases, the output voltage also increases.</a:t>
            </a:r>
            <a:endParaRPr lang="tr-TR" sz="1600" dirty="0"/>
          </a:p>
        </p:txBody>
      </p:sp>
    </p:spTree>
    <p:extLst>
      <p:ext uri="{BB962C8B-B14F-4D97-AF65-F5344CB8AC3E}">
        <p14:creationId xmlns:p14="http://schemas.microsoft.com/office/powerpoint/2010/main" val="3263748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52"/>
        <p:cNvGrpSpPr/>
        <p:nvPr/>
      </p:nvGrpSpPr>
      <p:grpSpPr>
        <a:xfrm>
          <a:off x="0" y="0"/>
          <a:ext cx="0" cy="0"/>
          <a:chOff x="0" y="0"/>
          <a:chExt cx="0" cy="0"/>
        </a:xfrm>
      </p:grpSpPr>
      <p:sp>
        <p:nvSpPr>
          <p:cNvPr id="1459" name="Google Shape;1459;p36"/>
          <p:cNvSpPr txBox="1">
            <a:spLocks noGrp="1"/>
          </p:cNvSpPr>
          <p:nvPr>
            <p:ph type="title"/>
          </p:nvPr>
        </p:nvSpPr>
        <p:spPr>
          <a:xfrm>
            <a:off x="2879521" y="1178628"/>
            <a:ext cx="6436800" cy="1285600"/>
          </a:xfrm>
          <a:prstGeom prst="rect">
            <a:avLst/>
          </a:prstGeom>
        </p:spPr>
        <p:txBody>
          <a:bodyPr spcFirstLastPara="1" wrap="square" lIns="121900" tIns="0" rIns="121900" bIns="0" anchor="ctr" anchorCtr="0">
            <a:noAutofit/>
          </a:bodyPr>
          <a:lstStyle/>
          <a:p>
            <a:r>
              <a:rPr lang="en" sz="3733" b="1" dirty="0">
                <a:latin typeface="+mj-lt"/>
              </a:rPr>
              <a:t>OUR </a:t>
            </a:r>
            <a:r>
              <a:rPr lang="tr-TR" sz="3733" b="1" dirty="0">
                <a:latin typeface="+mj-lt"/>
              </a:rPr>
              <a:t>ELECTRICAL SYSTEM</a:t>
            </a:r>
            <a:endParaRPr sz="3733" b="1" dirty="0">
              <a:latin typeface="+mj-lt"/>
            </a:endParaRPr>
          </a:p>
        </p:txBody>
      </p:sp>
      <p:sp>
        <p:nvSpPr>
          <p:cNvPr id="1460" name="Google Shape;1460;p36"/>
          <p:cNvSpPr txBox="1">
            <a:spLocks noGrp="1"/>
          </p:cNvSpPr>
          <p:nvPr>
            <p:ph type="title" idx="2"/>
          </p:nvPr>
        </p:nvSpPr>
        <p:spPr>
          <a:xfrm>
            <a:off x="1169772" y="1013565"/>
            <a:ext cx="1490153" cy="1533975"/>
          </a:xfrm>
          <a:prstGeom prst="rect">
            <a:avLst/>
          </a:prstGeom>
        </p:spPr>
        <p:txBody>
          <a:bodyPr spcFirstLastPara="1" wrap="square" lIns="121900" tIns="121900" rIns="121900" bIns="121900" anchor="ctr" anchorCtr="0">
            <a:noAutofit/>
          </a:bodyPr>
          <a:lstStyle/>
          <a:p>
            <a:r>
              <a:rPr lang="en" dirty="0">
                <a:latin typeface="+mj-lt"/>
              </a:rPr>
              <a:t>01</a:t>
            </a:r>
            <a:endParaRPr dirty="0">
              <a:latin typeface="+mj-lt"/>
            </a:endParaRPr>
          </a:p>
        </p:txBody>
      </p:sp>
      <p:pic>
        <p:nvPicPr>
          <p:cNvPr id="3" name="Resi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191" y="2669060"/>
            <a:ext cx="4408367" cy="4188941"/>
          </a:xfrm>
          <a:prstGeom prst="rect">
            <a:avLst/>
          </a:prstGeom>
        </p:spPr>
      </p:pic>
      <p:sp>
        <p:nvSpPr>
          <p:cNvPr id="4" name="Metin kutusu 3"/>
          <p:cNvSpPr txBox="1"/>
          <p:nvPr/>
        </p:nvSpPr>
        <p:spPr>
          <a:xfrm>
            <a:off x="5700583" y="2547539"/>
            <a:ext cx="5766487" cy="4339650"/>
          </a:xfrm>
          <a:prstGeom prst="rect">
            <a:avLst/>
          </a:prstGeom>
          <a:noFill/>
        </p:spPr>
        <p:txBody>
          <a:bodyPr wrap="square" rtlCol="0">
            <a:spAutoFit/>
          </a:bodyPr>
          <a:lstStyle/>
          <a:p>
            <a:r>
              <a:rPr lang="en-US" dirty="0"/>
              <a:t>Firstly, we connected the L298N motor driver to the N20 micro DC motors. The L298N motor driver is a robust motor control device and is an ideal choice for DC motors. N20 micro DC motors are known for their compact size and high efficiency, and they are used in various applications.</a:t>
            </a:r>
          </a:p>
          <a:p>
            <a:r>
              <a:rPr lang="en-US" dirty="0"/>
              <a:t>Next, we connected two 3.7V 2400mAh batteries in parallel. This battery configuration provides high-capacity power, allowing for extended operation. Parallel connection maintains the voltage while increasing the total capacity.</a:t>
            </a:r>
          </a:p>
          <a:p>
            <a:r>
              <a:rPr lang="en-US" dirty="0"/>
              <a:t>With this connection, both the QTR-8A line sensor and the Arduino Nano microcontroller, as well as the motor drivers, are powered. </a:t>
            </a:r>
          </a:p>
          <a:p>
            <a:endParaRPr lang="tr-TR" sz="2400" dirty="0"/>
          </a:p>
        </p:txBody>
      </p:sp>
    </p:spTree>
    <p:extLst>
      <p:ext uri="{BB962C8B-B14F-4D97-AF65-F5344CB8AC3E}">
        <p14:creationId xmlns:p14="http://schemas.microsoft.com/office/powerpoint/2010/main" val="2988452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p37"/>
          <p:cNvSpPr txBox="1">
            <a:spLocks noGrp="1"/>
          </p:cNvSpPr>
          <p:nvPr>
            <p:ph type="title"/>
          </p:nvPr>
        </p:nvSpPr>
        <p:spPr>
          <a:xfrm>
            <a:off x="2296633" y="1008784"/>
            <a:ext cx="3799335" cy="1020800"/>
          </a:xfrm>
          <a:prstGeom prst="rect">
            <a:avLst/>
          </a:prstGeom>
        </p:spPr>
        <p:txBody>
          <a:bodyPr spcFirstLastPara="1" wrap="square" lIns="121900" tIns="96000" rIns="121900" bIns="0" anchor="ctr" anchorCtr="0">
            <a:noAutofit/>
          </a:bodyPr>
          <a:lstStyle/>
          <a:p>
            <a:r>
              <a:rPr lang="tr-TR" b="1" dirty="0">
                <a:latin typeface="+mj-lt"/>
              </a:rPr>
              <a:t>CODES</a:t>
            </a:r>
            <a:endParaRPr b="1" dirty="0">
              <a:latin typeface="+mj-lt"/>
            </a:endParaRPr>
          </a:p>
        </p:txBody>
      </p:sp>
      <p:sp>
        <p:nvSpPr>
          <p:cNvPr id="1468" name="Google Shape;1468;p37"/>
          <p:cNvSpPr txBox="1">
            <a:spLocks noGrp="1"/>
          </p:cNvSpPr>
          <p:nvPr>
            <p:ph type="subTitle" idx="1"/>
          </p:nvPr>
        </p:nvSpPr>
        <p:spPr>
          <a:xfrm>
            <a:off x="238896" y="2323004"/>
            <a:ext cx="3896499" cy="2924499"/>
          </a:xfrm>
          <a:prstGeom prst="rect">
            <a:avLst/>
          </a:prstGeom>
        </p:spPr>
        <p:txBody>
          <a:bodyPr spcFirstLastPara="1" wrap="square" lIns="168000" tIns="0" rIns="168000" bIns="0" anchor="t" anchorCtr="0">
            <a:noAutofit/>
          </a:bodyPr>
          <a:lstStyle/>
          <a:p>
            <a:pPr marL="0" indent="0" algn="l"/>
            <a:r>
              <a:rPr lang="tr-TR" dirty="0">
                <a:latin typeface="+mn-lt"/>
              </a:rPr>
              <a:t>#define </a:t>
            </a:r>
            <a:r>
              <a:rPr lang="tr-TR" dirty="0" err="1">
                <a:latin typeface="+mn-lt"/>
              </a:rPr>
              <a:t>Kp</a:t>
            </a:r>
            <a:r>
              <a:rPr lang="tr-TR" dirty="0">
                <a:latin typeface="+mn-lt"/>
              </a:rPr>
              <a:t> 0.4</a:t>
            </a:r>
          </a:p>
          <a:p>
            <a:pPr marL="0" indent="0" algn="l"/>
            <a:r>
              <a:rPr lang="tr-TR" dirty="0">
                <a:latin typeface="+mn-lt"/>
              </a:rPr>
              <a:t>#define Ki 0.01</a:t>
            </a:r>
          </a:p>
          <a:p>
            <a:pPr marL="0" indent="0" algn="l"/>
            <a:r>
              <a:rPr lang="tr-TR" dirty="0">
                <a:latin typeface="+mn-lt"/>
              </a:rPr>
              <a:t>#define </a:t>
            </a:r>
            <a:r>
              <a:rPr lang="tr-TR" dirty="0" err="1">
                <a:latin typeface="+mn-lt"/>
              </a:rPr>
              <a:t>Kd</a:t>
            </a:r>
            <a:r>
              <a:rPr lang="tr-TR" dirty="0">
                <a:latin typeface="+mn-lt"/>
              </a:rPr>
              <a:t> 2</a:t>
            </a:r>
          </a:p>
          <a:p>
            <a:pPr marL="0" indent="0" algn="l"/>
            <a:endParaRPr lang="tr-TR" dirty="0">
              <a:latin typeface="+mn-lt"/>
            </a:endParaRPr>
          </a:p>
          <a:p>
            <a:pPr marL="0" indent="0" algn="l"/>
            <a:r>
              <a:rPr lang="tr-TR" dirty="0">
                <a:latin typeface="+mn-lt"/>
              </a:rPr>
              <a:t>#define rightMotor1 11</a:t>
            </a:r>
          </a:p>
          <a:p>
            <a:pPr marL="0" indent="0" algn="l"/>
            <a:r>
              <a:rPr lang="tr-TR" dirty="0">
                <a:latin typeface="+mn-lt"/>
              </a:rPr>
              <a:t>#define rightMotor2 12</a:t>
            </a:r>
          </a:p>
          <a:p>
            <a:pPr marL="0" indent="0" algn="l"/>
            <a:r>
              <a:rPr lang="tr-TR" dirty="0">
                <a:latin typeface="+mn-lt"/>
              </a:rPr>
              <a:t>#define </a:t>
            </a:r>
            <a:r>
              <a:rPr lang="tr-TR" dirty="0" err="1">
                <a:latin typeface="+mn-lt"/>
              </a:rPr>
              <a:t>rightMotorPWM</a:t>
            </a:r>
            <a:r>
              <a:rPr lang="tr-TR" dirty="0">
                <a:latin typeface="+mn-lt"/>
              </a:rPr>
              <a:t> 9</a:t>
            </a:r>
          </a:p>
          <a:p>
            <a:pPr marL="0" indent="0" algn="l"/>
            <a:r>
              <a:rPr lang="tr-TR" dirty="0">
                <a:latin typeface="+mn-lt"/>
              </a:rPr>
              <a:t>#define leftMotor1 5</a:t>
            </a:r>
          </a:p>
          <a:p>
            <a:pPr marL="0" indent="0" algn="l"/>
            <a:r>
              <a:rPr lang="tr-TR" dirty="0">
                <a:latin typeface="+mn-lt"/>
              </a:rPr>
              <a:t>#define leftMotor2 6</a:t>
            </a:r>
          </a:p>
          <a:p>
            <a:pPr marL="0" indent="0" algn="l"/>
            <a:r>
              <a:rPr lang="tr-TR" dirty="0">
                <a:latin typeface="+mn-lt"/>
              </a:rPr>
              <a:t>#define </a:t>
            </a:r>
            <a:r>
              <a:rPr lang="tr-TR" dirty="0" err="1">
                <a:latin typeface="+mn-lt"/>
              </a:rPr>
              <a:t>leftMotorPWM</a:t>
            </a:r>
            <a:r>
              <a:rPr lang="tr-TR" dirty="0">
                <a:latin typeface="+mn-lt"/>
              </a:rPr>
              <a:t> 3</a:t>
            </a:r>
          </a:p>
          <a:p>
            <a:pPr marL="0" indent="0"/>
            <a:endParaRPr lang="tr-TR" dirty="0"/>
          </a:p>
        </p:txBody>
      </p:sp>
      <p:sp>
        <p:nvSpPr>
          <p:cNvPr id="15" name="Google Shape;1460;p36"/>
          <p:cNvSpPr txBox="1">
            <a:spLocks/>
          </p:cNvSpPr>
          <p:nvPr/>
        </p:nvSpPr>
        <p:spPr>
          <a:xfrm>
            <a:off x="238897" y="864973"/>
            <a:ext cx="1589903" cy="1227439"/>
          </a:xfrm>
          <a:prstGeom prst="rect">
            <a:avLst/>
          </a:prstGeom>
          <a:solidFill>
            <a:schemeClr val="dk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6000"/>
              <a:buFont typeface="Krona One"/>
              <a:buNone/>
              <a:defRPr sz="4500" b="0" i="0" u="none" strike="noStrike" cap="none">
                <a:solidFill>
                  <a:schemeClr val="lt1"/>
                </a:solidFill>
                <a:latin typeface="Krona One"/>
                <a:ea typeface="Krona One"/>
                <a:cs typeface="Krona One"/>
                <a:sym typeface="Krona One"/>
              </a:defRPr>
            </a:lvl1pPr>
            <a:lvl2pPr marR="0" lvl="1"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9pPr>
          </a:lstStyle>
          <a:p>
            <a:r>
              <a:rPr lang="tr-TR" sz="6000" dirty="0">
                <a:latin typeface="+mj-lt"/>
              </a:rPr>
              <a:t>02</a:t>
            </a:r>
            <a:endParaRPr lang="en" sz="6000" dirty="0">
              <a:latin typeface="+mj-lt"/>
            </a:endParaRPr>
          </a:p>
        </p:txBody>
      </p:sp>
      <p:sp>
        <p:nvSpPr>
          <p:cNvPr id="4" name="Metin kutusu 3"/>
          <p:cNvSpPr txBox="1"/>
          <p:nvPr/>
        </p:nvSpPr>
        <p:spPr>
          <a:xfrm>
            <a:off x="6095968" y="2215691"/>
            <a:ext cx="5601763" cy="3785652"/>
          </a:xfrm>
          <a:prstGeom prst="rect">
            <a:avLst/>
          </a:prstGeom>
          <a:noFill/>
        </p:spPr>
        <p:txBody>
          <a:bodyPr wrap="square" rtlCol="0">
            <a:spAutoFit/>
          </a:bodyPr>
          <a:lstStyle/>
          <a:p>
            <a:pPr marL="380990" lvl="1" indent="-380990">
              <a:buFont typeface="Arial" panose="020B0604020202020204" pitchFamily="34" charset="0"/>
              <a:buChar char="•"/>
            </a:pPr>
            <a:r>
              <a:rPr lang="en-US" sz="2000" b="1" dirty="0" err="1"/>
              <a:t>Kp</a:t>
            </a:r>
            <a:r>
              <a:rPr lang="en-US" sz="2000" b="1" dirty="0"/>
              <a:t> (Proportional): </a:t>
            </a:r>
            <a:r>
              <a:rPr lang="en-US" sz="2000" dirty="0"/>
              <a:t>Adjusts motor speed based on the magnitude of the error.</a:t>
            </a:r>
            <a:endParaRPr lang="tr-TR" sz="2000" dirty="0"/>
          </a:p>
          <a:p>
            <a:pPr marL="380990" lvl="1" indent="-380990">
              <a:buFont typeface="Arial" panose="020B0604020202020204" pitchFamily="34" charset="0"/>
              <a:buChar char="•"/>
            </a:pPr>
            <a:r>
              <a:rPr lang="en-US" sz="2000" b="1" dirty="0"/>
              <a:t>Ki (Integral): </a:t>
            </a:r>
            <a:r>
              <a:rPr lang="en-US" sz="2000" dirty="0"/>
              <a:t>Uses the sum of past errors to adjust motor speed.</a:t>
            </a:r>
            <a:endParaRPr lang="tr-TR" sz="2000" dirty="0"/>
          </a:p>
          <a:p>
            <a:pPr marL="380990" lvl="1" indent="-380990">
              <a:buFont typeface="Arial" panose="020B0604020202020204" pitchFamily="34" charset="0"/>
              <a:buChar char="•"/>
            </a:pPr>
            <a:r>
              <a:rPr lang="en-US" sz="2000" b="1" dirty="0" err="1"/>
              <a:t>Kd</a:t>
            </a:r>
            <a:r>
              <a:rPr lang="en-US" sz="2000" b="1" dirty="0"/>
              <a:t> (Derivative): </a:t>
            </a:r>
            <a:r>
              <a:rPr lang="en-US" sz="2000" dirty="0"/>
              <a:t>Adjusts motor speed based on the rate of change of the </a:t>
            </a:r>
            <a:r>
              <a:rPr lang="en-US" sz="2000" dirty="0" err="1"/>
              <a:t>error.These</a:t>
            </a:r>
            <a:r>
              <a:rPr lang="en-US" sz="2000" dirty="0"/>
              <a:t> parameters determine how quickly and steadily the robot will follow the line.</a:t>
            </a:r>
            <a:endParaRPr lang="tr-TR" sz="2000" dirty="0"/>
          </a:p>
          <a:p>
            <a:pPr marL="380990" lvl="1" indent="-380990">
              <a:buFont typeface="Arial" panose="020B0604020202020204" pitchFamily="34" charset="0"/>
              <a:buChar char="•"/>
            </a:pPr>
            <a:r>
              <a:rPr lang="en-US" sz="2000" b="1" dirty="0"/>
              <a:t>Motor Pins</a:t>
            </a:r>
            <a:r>
              <a:rPr lang="en-US" sz="2000" dirty="0"/>
              <a:t>: Pins used to control the direction and speed of the motors.</a:t>
            </a:r>
            <a:endParaRPr lang="tr-TR" sz="2000" dirty="0"/>
          </a:p>
          <a:p>
            <a:pPr marL="380990" lvl="1" indent="-380990">
              <a:buFont typeface="Arial" panose="020B0604020202020204" pitchFamily="34" charset="0"/>
              <a:buChar char="•"/>
            </a:pPr>
            <a:r>
              <a:rPr lang="en-US" sz="2000" b="1" dirty="0"/>
              <a:t>PWM Pins</a:t>
            </a:r>
            <a:r>
              <a:rPr lang="en-US" sz="2000" dirty="0"/>
              <a:t>: Used to control motor speeds with analog signals.</a:t>
            </a:r>
            <a:endParaRPr lang="tr-TR" sz="2000" dirty="0"/>
          </a:p>
        </p:txBody>
      </p:sp>
    </p:spTree>
    <p:extLst>
      <p:ext uri="{BB962C8B-B14F-4D97-AF65-F5344CB8AC3E}">
        <p14:creationId xmlns:p14="http://schemas.microsoft.com/office/powerpoint/2010/main" val="197092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66"/>
        <p:cNvGrpSpPr/>
        <p:nvPr/>
      </p:nvGrpSpPr>
      <p:grpSpPr>
        <a:xfrm>
          <a:off x="0" y="0"/>
          <a:ext cx="0" cy="0"/>
          <a:chOff x="0" y="0"/>
          <a:chExt cx="0" cy="0"/>
        </a:xfrm>
      </p:grpSpPr>
      <p:sp>
        <p:nvSpPr>
          <p:cNvPr id="1467" name="Google Shape;1467;p37"/>
          <p:cNvSpPr txBox="1">
            <a:spLocks noGrp="1"/>
          </p:cNvSpPr>
          <p:nvPr>
            <p:ph type="title"/>
          </p:nvPr>
        </p:nvSpPr>
        <p:spPr>
          <a:xfrm>
            <a:off x="2187146" y="968291"/>
            <a:ext cx="3799335" cy="1020800"/>
          </a:xfrm>
          <a:prstGeom prst="rect">
            <a:avLst/>
          </a:prstGeom>
        </p:spPr>
        <p:txBody>
          <a:bodyPr spcFirstLastPara="1" wrap="square" lIns="121900" tIns="96000" rIns="121900" bIns="0" anchor="ctr" anchorCtr="0">
            <a:noAutofit/>
          </a:bodyPr>
          <a:lstStyle/>
          <a:p>
            <a:r>
              <a:rPr lang="tr-TR"/>
              <a:t>CODES</a:t>
            </a:r>
            <a:endParaRPr/>
          </a:p>
        </p:txBody>
      </p:sp>
      <p:sp>
        <p:nvSpPr>
          <p:cNvPr id="1468" name="Google Shape;1468;p37"/>
          <p:cNvSpPr txBox="1">
            <a:spLocks noGrp="1"/>
          </p:cNvSpPr>
          <p:nvPr>
            <p:ph type="subTitle" idx="1"/>
          </p:nvPr>
        </p:nvSpPr>
        <p:spPr>
          <a:xfrm>
            <a:off x="238897" y="2092411"/>
            <a:ext cx="5857071" cy="4765589"/>
          </a:xfrm>
          <a:prstGeom prst="rect">
            <a:avLst/>
          </a:prstGeom>
        </p:spPr>
        <p:txBody>
          <a:bodyPr spcFirstLastPara="1" wrap="square" lIns="168000" tIns="0" rIns="168000" bIns="0" anchor="t" anchorCtr="0">
            <a:noAutofit/>
          </a:bodyPr>
          <a:lstStyle/>
          <a:p>
            <a:pPr marL="0" indent="0" algn="l"/>
            <a:r>
              <a:rPr lang="tr-TR" sz="1333" dirty="0" err="1">
                <a:latin typeface="+mn-lt"/>
              </a:rPr>
              <a:t>void</a:t>
            </a:r>
            <a:r>
              <a:rPr lang="tr-TR" sz="1333" dirty="0">
                <a:latin typeface="+mn-lt"/>
              </a:rPr>
              <a:t> </a:t>
            </a:r>
            <a:r>
              <a:rPr lang="tr-TR" sz="1333" dirty="0" err="1">
                <a:latin typeface="+mn-lt"/>
              </a:rPr>
              <a:t>loop</a:t>
            </a:r>
            <a:r>
              <a:rPr lang="tr-TR" sz="1333" dirty="0">
                <a:latin typeface="+mn-lt"/>
              </a:rPr>
              <a:t>() {</a:t>
            </a:r>
          </a:p>
          <a:p>
            <a:pPr marL="0" indent="0" algn="l"/>
            <a:r>
              <a:rPr lang="tr-TR" sz="1333" dirty="0">
                <a:latin typeface="+mn-lt"/>
              </a:rPr>
              <a:t>  </a:t>
            </a:r>
            <a:r>
              <a:rPr lang="tr-TR" sz="1333" dirty="0" err="1">
                <a:latin typeface="+mn-lt"/>
              </a:rPr>
              <a:t>unsigned</a:t>
            </a:r>
            <a:r>
              <a:rPr lang="tr-TR" sz="1333" dirty="0">
                <a:latin typeface="+mn-lt"/>
              </a:rPr>
              <a:t> </a:t>
            </a:r>
            <a:r>
              <a:rPr lang="tr-TR" sz="1333" dirty="0" err="1">
                <a:latin typeface="+mn-lt"/>
              </a:rPr>
              <a:t>int</a:t>
            </a:r>
            <a:r>
              <a:rPr lang="tr-TR" sz="1333" dirty="0">
                <a:latin typeface="+mn-lt"/>
              </a:rPr>
              <a:t> </a:t>
            </a:r>
            <a:r>
              <a:rPr lang="tr-TR" sz="1333" dirty="0" err="1">
                <a:latin typeface="+mn-lt"/>
              </a:rPr>
              <a:t>position</a:t>
            </a:r>
            <a:r>
              <a:rPr lang="tr-TR" sz="1333" dirty="0">
                <a:latin typeface="+mn-lt"/>
              </a:rPr>
              <a:t> = </a:t>
            </a:r>
            <a:r>
              <a:rPr lang="tr-TR" sz="1333" dirty="0" err="1">
                <a:latin typeface="+mn-lt"/>
              </a:rPr>
              <a:t>qtr.readLineBlack</a:t>
            </a:r>
            <a:r>
              <a:rPr lang="tr-TR" sz="1333" dirty="0">
                <a:latin typeface="+mn-lt"/>
              </a:rPr>
              <a:t>(</a:t>
            </a:r>
            <a:r>
              <a:rPr lang="tr-TR" sz="1333" dirty="0" err="1">
                <a:latin typeface="+mn-lt"/>
              </a:rPr>
              <a:t>sensorValues</a:t>
            </a:r>
            <a:r>
              <a:rPr lang="tr-TR" sz="1333" dirty="0">
                <a:latin typeface="+mn-lt"/>
              </a:rPr>
              <a:t>);</a:t>
            </a:r>
          </a:p>
          <a:p>
            <a:pPr marL="0" indent="0" algn="l"/>
            <a:endParaRPr lang="tr-TR" sz="1333" dirty="0">
              <a:latin typeface="+mn-lt"/>
            </a:endParaRPr>
          </a:p>
          <a:p>
            <a:pPr marL="0" indent="0" algn="l"/>
            <a:r>
              <a:rPr lang="tr-TR" sz="1333" dirty="0">
                <a:latin typeface="+mn-lt"/>
              </a:rPr>
              <a:t>  </a:t>
            </a:r>
            <a:r>
              <a:rPr lang="tr-TR" sz="1333" dirty="0" err="1">
                <a:latin typeface="+mn-lt"/>
              </a:rPr>
              <a:t>int</a:t>
            </a:r>
            <a:r>
              <a:rPr lang="tr-TR" sz="1333" dirty="0">
                <a:latin typeface="+mn-lt"/>
              </a:rPr>
              <a:t> </a:t>
            </a:r>
            <a:r>
              <a:rPr lang="tr-TR" sz="1333" dirty="0" err="1">
                <a:latin typeface="+mn-lt"/>
              </a:rPr>
              <a:t>error</a:t>
            </a:r>
            <a:r>
              <a:rPr lang="tr-TR" sz="1333" dirty="0">
                <a:latin typeface="+mn-lt"/>
              </a:rPr>
              <a:t> = </a:t>
            </a:r>
            <a:r>
              <a:rPr lang="tr-TR" sz="1333" dirty="0" err="1">
                <a:latin typeface="+mn-lt"/>
              </a:rPr>
              <a:t>position</a:t>
            </a:r>
            <a:r>
              <a:rPr lang="tr-TR" sz="1333" dirty="0">
                <a:latin typeface="+mn-lt"/>
              </a:rPr>
              <a:t> - 3500;</a:t>
            </a:r>
          </a:p>
          <a:p>
            <a:pPr marL="0" indent="0" algn="l"/>
            <a:r>
              <a:rPr lang="tr-TR" sz="1333" dirty="0">
                <a:latin typeface="+mn-lt"/>
              </a:rPr>
              <a:t>  integral += </a:t>
            </a:r>
            <a:r>
              <a:rPr lang="tr-TR" sz="1333" dirty="0" err="1">
                <a:latin typeface="+mn-lt"/>
              </a:rPr>
              <a:t>error</a:t>
            </a:r>
            <a:r>
              <a:rPr lang="tr-TR" sz="1333" dirty="0">
                <a:latin typeface="+mn-lt"/>
              </a:rPr>
              <a:t>;</a:t>
            </a:r>
          </a:p>
          <a:p>
            <a:pPr marL="0" indent="0" algn="l"/>
            <a:r>
              <a:rPr lang="tr-TR" sz="1333" dirty="0">
                <a:latin typeface="+mn-lt"/>
              </a:rPr>
              <a:t>  </a:t>
            </a:r>
            <a:r>
              <a:rPr lang="tr-TR" sz="1333" dirty="0" err="1">
                <a:latin typeface="+mn-lt"/>
              </a:rPr>
              <a:t>int</a:t>
            </a:r>
            <a:r>
              <a:rPr lang="tr-TR" sz="1333" dirty="0">
                <a:latin typeface="+mn-lt"/>
              </a:rPr>
              <a:t> </a:t>
            </a:r>
            <a:r>
              <a:rPr lang="tr-TR" sz="1333" dirty="0" err="1">
                <a:latin typeface="+mn-lt"/>
              </a:rPr>
              <a:t>motorSpeed</a:t>
            </a:r>
            <a:r>
              <a:rPr lang="tr-TR" sz="1333" dirty="0">
                <a:latin typeface="+mn-lt"/>
              </a:rPr>
              <a:t> = </a:t>
            </a:r>
            <a:r>
              <a:rPr lang="tr-TR" sz="1333" dirty="0" err="1">
                <a:latin typeface="+mn-lt"/>
              </a:rPr>
              <a:t>Kp</a:t>
            </a:r>
            <a:r>
              <a:rPr lang="tr-TR" sz="1333" dirty="0">
                <a:latin typeface="+mn-lt"/>
              </a:rPr>
              <a:t> * </a:t>
            </a:r>
            <a:r>
              <a:rPr lang="tr-TR" sz="1333" dirty="0" err="1">
                <a:latin typeface="+mn-lt"/>
              </a:rPr>
              <a:t>error</a:t>
            </a:r>
            <a:r>
              <a:rPr lang="tr-TR" sz="1333" dirty="0">
                <a:latin typeface="+mn-lt"/>
              </a:rPr>
              <a:t> + Ki * integral + </a:t>
            </a:r>
            <a:r>
              <a:rPr lang="tr-TR" sz="1333" dirty="0" err="1">
                <a:latin typeface="+mn-lt"/>
              </a:rPr>
              <a:t>Kd</a:t>
            </a:r>
            <a:r>
              <a:rPr lang="tr-TR" sz="1333" dirty="0">
                <a:latin typeface="+mn-lt"/>
              </a:rPr>
              <a:t> * (</a:t>
            </a:r>
            <a:r>
              <a:rPr lang="tr-TR" sz="1333" dirty="0" err="1">
                <a:latin typeface="+mn-lt"/>
              </a:rPr>
              <a:t>error</a:t>
            </a:r>
            <a:r>
              <a:rPr lang="tr-TR" sz="1333" dirty="0">
                <a:latin typeface="+mn-lt"/>
              </a:rPr>
              <a:t> - </a:t>
            </a:r>
            <a:r>
              <a:rPr lang="tr-TR" sz="1333" dirty="0" err="1">
                <a:latin typeface="+mn-lt"/>
              </a:rPr>
              <a:t>lastError</a:t>
            </a:r>
            <a:r>
              <a:rPr lang="tr-TR" sz="1333" dirty="0">
                <a:latin typeface="+mn-lt"/>
              </a:rPr>
              <a:t>);</a:t>
            </a:r>
          </a:p>
          <a:p>
            <a:pPr marL="0" indent="0" algn="l"/>
            <a:r>
              <a:rPr lang="tr-TR" sz="1333" dirty="0">
                <a:latin typeface="+mn-lt"/>
              </a:rPr>
              <a:t>  </a:t>
            </a:r>
            <a:r>
              <a:rPr lang="tr-TR" sz="1333" dirty="0" err="1">
                <a:latin typeface="+mn-lt"/>
              </a:rPr>
              <a:t>lastError</a:t>
            </a:r>
            <a:r>
              <a:rPr lang="tr-TR" sz="1333" dirty="0">
                <a:latin typeface="+mn-lt"/>
              </a:rPr>
              <a:t> = </a:t>
            </a:r>
            <a:r>
              <a:rPr lang="tr-TR" sz="1333" dirty="0" err="1">
                <a:latin typeface="+mn-lt"/>
              </a:rPr>
              <a:t>error</a:t>
            </a:r>
            <a:r>
              <a:rPr lang="tr-TR" sz="1333" dirty="0">
                <a:latin typeface="+mn-lt"/>
              </a:rPr>
              <a:t>;</a:t>
            </a:r>
          </a:p>
          <a:p>
            <a:pPr marL="0" indent="0" algn="l"/>
            <a:r>
              <a:rPr lang="tr-TR" sz="1333" dirty="0">
                <a:latin typeface="+mn-lt"/>
              </a:rPr>
              <a:t>  </a:t>
            </a:r>
            <a:r>
              <a:rPr lang="tr-TR" sz="1333" dirty="0" err="1">
                <a:latin typeface="+mn-lt"/>
              </a:rPr>
              <a:t>int</a:t>
            </a:r>
            <a:r>
              <a:rPr lang="tr-TR" sz="1333" dirty="0">
                <a:latin typeface="+mn-lt"/>
              </a:rPr>
              <a:t> </a:t>
            </a:r>
            <a:r>
              <a:rPr lang="tr-TR" sz="1333" dirty="0" err="1">
                <a:latin typeface="+mn-lt"/>
              </a:rPr>
              <a:t>rightMotorSpeed</a:t>
            </a:r>
            <a:r>
              <a:rPr lang="tr-TR" sz="1333" dirty="0">
                <a:latin typeface="+mn-lt"/>
              </a:rPr>
              <a:t> = </a:t>
            </a:r>
            <a:r>
              <a:rPr lang="tr-TR" sz="1333" dirty="0" err="1">
                <a:latin typeface="+mn-lt"/>
              </a:rPr>
              <a:t>rightBaseSpeed</a:t>
            </a:r>
            <a:r>
              <a:rPr lang="tr-TR" sz="1333" dirty="0">
                <a:latin typeface="+mn-lt"/>
              </a:rPr>
              <a:t> + </a:t>
            </a:r>
            <a:r>
              <a:rPr lang="tr-TR" sz="1333" dirty="0" err="1">
                <a:latin typeface="+mn-lt"/>
              </a:rPr>
              <a:t>motorSpeed</a:t>
            </a:r>
            <a:r>
              <a:rPr lang="tr-TR" sz="1333" dirty="0">
                <a:latin typeface="+mn-lt"/>
              </a:rPr>
              <a:t>;</a:t>
            </a:r>
          </a:p>
          <a:p>
            <a:pPr marL="0" indent="0" algn="l"/>
            <a:r>
              <a:rPr lang="tr-TR" sz="1333" dirty="0">
                <a:latin typeface="+mn-lt"/>
              </a:rPr>
              <a:t>  </a:t>
            </a:r>
            <a:r>
              <a:rPr lang="tr-TR" sz="1333" dirty="0" err="1">
                <a:latin typeface="+mn-lt"/>
              </a:rPr>
              <a:t>int</a:t>
            </a:r>
            <a:r>
              <a:rPr lang="tr-TR" sz="1333" dirty="0">
                <a:latin typeface="+mn-lt"/>
              </a:rPr>
              <a:t> </a:t>
            </a:r>
            <a:r>
              <a:rPr lang="tr-TR" sz="1333" dirty="0" err="1">
                <a:latin typeface="+mn-lt"/>
              </a:rPr>
              <a:t>leftMotorSpeed</a:t>
            </a:r>
            <a:r>
              <a:rPr lang="tr-TR" sz="1333" dirty="0">
                <a:latin typeface="+mn-lt"/>
              </a:rPr>
              <a:t> = </a:t>
            </a:r>
            <a:r>
              <a:rPr lang="tr-TR" sz="1333" dirty="0" err="1">
                <a:latin typeface="+mn-lt"/>
              </a:rPr>
              <a:t>leftBaseSpeed</a:t>
            </a:r>
            <a:r>
              <a:rPr lang="tr-TR" sz="1333" dirty="0">
                <a:latin typeface="+mn-lt"/>
              </a:rPr>
              <a:t> - </a:t>
            </a:r>
            <a:r>
              <a:rPr lang="tr-TR" sz="1333" dirty="0" err="1">
                <a:latin typeface="+mn-lt"/>
              </a:rPr>
              <a:t>motorSpeed</a:t>
            </a:r>
            <a:r>
              <a:rPr lang="tr-TR" sz="1333" dirty="0">
                <a:latin typeface="+mn-lt"/>
              </a:rPr>
              <a:t>;</a:t>
            </a:r>
          </a:p>
          <a:p>
            <a:pPr marL="0" indent="0" algn="l"/>
            <a:r>
              <a:rPr lang="tr-TR" sz="1333" dirty="0">
                <a:latin typeface="+mn-lt"/>
              </a:rPr>
              <a:t>  </a:t>
            </a:r>
          </a:p>
          <a:p>
            <a:pPr marL="0" indent="0" algn="l"/>
            <a:r>
              <a:rPr lang="tr-TR" sz="1333" dirty="0">
                <a:latin typeface="+mn-lt"/>
              </a:rPr>
              <a:t>  </a:t>
            </a:r>
            <a:r>
              <a:rPr lang="tr-TR" sz="1333" dirty="0" err="1">
                <a:latin typeface="+mn-lt"/>
              </a:rPr>
              <a:t>if</a:t>
            </a:r>
            <a:r>
              <a:rPr lang="tr-TR" sz="1333" dirty="0">
                <a:latin typeface="+mn-lt"/>
              </a:rPr>
              <a:t> (</a:t>
            </a:r>
            <a:r>
              <a:rPr lang="tr-TR" sz="1333" dirty="0" err="1">
                <a:latin typeface="+mn-lt"/>
              </a:rPr>
              <a:t>rightMotorSpeed</a:t>
            </a:r>
            <a:r>
              <a:rPr lang="tr-TR" sz="1333" dirty="0">
                <a:latin typeface="+mn-lt"/>
              </a:rPr>
              <a:t> &gt; </a:t>
            </a:r>
            <a:r>
              <a:rPr lang="tr-TR" sz="1333" dirty="0" err="1">
                <a:latin typeface="+mn-lt"/>
              </a:rPr>
              <a:t>rightMaxSpeed</a:t>
            </a:r>
            <a:r>
              <a:rPr lang="tr-TR" sz="1333" dirty="0">
                <a:latin typeface="+mn-lt"/>
              </a:rPr>
              <a:t>) </a:t>
            </a:r>
            <a:r>
              <a:rPr lang="tr-TR" sz="1333" dirty="0" err="1">
                <a:latin typeface="+mn-lt"/>
              </a:rPr>
              <a:t>rightMotorSpeed</a:t>
            </a:r>
            <a:r>
              <a:rPr lang="tr-TR" sz="1333" dirty="0">
                <a:latin typeface="+mn-lt"/>
              </a:rPr>
              <a:t> = </a:t>
            </a:r>
            <a:r>
              <a:rPr lang="tr-TR" sz="1333" dirty="0" err="1">
                <a:latin typeface="+mn-lt"/>
              </a:rPr>
              <a:t>rightMaxSpeed</a:t>
            </a:r>
            <a:r>
              <a:rPr lang="tr-TR" sz="1333" dirty="0">
                <a:latin typeface="+mn-lt"/>
              </a:rPr>
              <a:t>;</a:t>
            </a:r>
          </a:p>
          <a:p>
            <a:pPr marL="0" indent="0" algn="l"/>
            <a:r>
              <a:rPr lang="tr-TR" sz="1333" dirty="0">
                <a:latin typeface="+mn-lt"/>
              </a:rPr>
              <a:t>  </a:t>
            </a:r>
            <a:r>
              <a:rPr lang="tr-TR" sz="1333" dirty="0" err="1">
                <a:latin typeface="+mn-lt"/>
              </a:rPr>
              <a:t>if</a:t>
            </a:r>
            <a:r>
              <a:rPr lang="tr-TR" sz="1333" dirty="0">
                <a:latin typeface="+mn-lt"/>
              </a:rPr>
              <a:t> (</a:t>
            </a:r>
            <a:r>
              <a:rPr lang="tr-TR" sz="1333" dirty="0" err="1">
                <a:latin typeface="+mn-lt"/>
              </a:rPr>
              <a:t>leftMotorSpeed</a:t>
            </a:r>
            <a:r>
              <a:rPr lang="tr-TR" sz="1333" dirty="0">
                <a:latin typeface="+mn-lt"/>
              </a:rPr>
              <a:t> &gt; </a:t>
            </a:r>
            <a:r>
              <a:rPr lang="tr-TR" sz="1333" dirty="0" err="1">
                <a:latin typeface="+mn-lt"/>
              </a:rPr>
              <a:t>leftMaxSpeed</a:t>
            </a:r>
            <a:r>
              <a:rPr lang="tr-TR" sz="1333" dirty="0">
                <a:latin typeface="+mn-lt"/>
              </a:rPr>
              <a:t>) </a:t>
            </a:r>
            <a:r>
              <a:rPr lang="tr-TR" sz="1333" dirty="0" err="1">
                <a:latin typeface="+mn-lt"/>
              </a:rPr>
              <a:t>leftMotorSpeed</a:t>
            </a:r>
            <a:r>
              <a:rPr lang="tr-TR" sz="1333" dirty="0">
                <a:latin typeface="+mn-lt"/>
              </a:rPr>
              <a:t> = </a:t>
            </a:r>
            <a:r>
              <a:rPr lang="tr-TR" sz="1333" dirty="0" err="1">
                <a:latin typeface="+mn-lt"/>
              </a:rPr>
              <a:t>leftMaxSpeed</a:t>
            </a:r>
            <a:r>
              <a:rPr lang="tr-TR" sz="1333" dirty="0">
                <a:latin typeface="+mn-lt"/>
              </a:rPr>
              <a:t>;</a:t>
            </a:r>
          </a:p>
          <a:p>
            <a:pPr marL="0" indent="0" algn="l"/>
            <a:r>
              <a:rPr lang="tr-TR" sz="1333" dirty="0">
                <a:latin typeface="+mn-lt"/>
              </a:rPr>
              <a:t>  </a:t>
            </a:r>
            <a:r>
              <a:rPr lang="tr-TR" sz="1333" dirty="0" err="1">
                <a:latin typeface="+mn-lt"/>
              </a:rPr>
              <a:t>if</a:t>
            </a:r>
            <a:r>
              <a:rPr lang="tr-TR" sz="1333" dirty="0">
                <a:latin typeface="+mn-lt"/>
              </a:rPr>
              <a:t> (</a:t>
            </a:r>
            <a:r>
              <a:rPr lang="tr-TR" sz="1333" dirty="0" err="1">
                <a:latin typeface="+mn-lt"/>
              </a:rPr>
              <a:t>rightMotorSpeed</a:t>
            </a:r>
            <a:r>
              <a:rPr lang="tr-TR" sz="1333" dirty="0">
                <a:latin typeface="+mn-lt"/>
              </a:rPr>
              <a:t> &lt; 0) </a:t>
            </a:r>
            <a:r>
              <a:rPr lang="tr-TR" sz="1333" dirty="0" err="1">
                <a:latin typeface="+mn-lt"/>
              </a:rPr>
              <a:t>rightMotorSpeed</a:t>
            </a:r>
            <a:r>
              <a:rPr lang="tr-TR" sz="1333" dirty="0">
                <a:latin typeface="+mn-lt"/>
              </a:rPr>
              <a:t> = 0;</a:t>
            </a:r>
          </a:p>
          <a:p>
            <a:pPr marL="0" indent="0" algn="l"/>
            <a:r>
              <a:rPr lang="tr-TR" sz="1333" dirty="0">
                <a:latin typeface="+mn-lt"/>
              </a:rPr>
              <a:t>  </a:t>
            </a:r>
            <a:r>
              <a:rPr lang="tr-TR" sz="1333" dirty="0" err="1">
                <a:latin typeface="+mn-lt"/>
              </a:rPr>
              <a:t>if</a:t>
            </a:r>
            <a:r>
              <a:rPr lang="tr-TR" sz="1333" dirty="0">
                <a:latin typeface="+mn-lt"/>
              </a:rPr>
              <a:t> (</a:t>
            </a:r>
            <a:r>
              <a:rPr lang="tr-TR" sz="1333" dirty="0" err="1">
                <a:latin typeface="+mn-lt"/>
              </a:rPr>
              <a:t>leftMotorSpeed</a:t>
            </a:r>
            <a:r>
              <a:rPr lang="tr-TR" sz="1333" dirty="0">
                <a:latin typeface="+mn-lt"/>
              </a:rPr>
              <a:t> &lt; 0) </a:t>
            </a:r>
            <a:r>
              <a:rPr lang="tr-TR" sz="1333" dirty="0" err="1">
                <a:latin typeface="+mn-lt"/>
              </a:rPr>
              <a:t>leftMotorSpeed</a:t>
            </a:r>
            <a:r>
              <a:rPr lang="tr-TR" sz="1333" dirty="0">
                <a:latin typeface="+mn-lt"/>
              </a:rPr>
              <a:t> = 0;</a:t>
            </a:r>
          </a:p>
          <a:p>
            <a:pPr marL="0" indent="0" algn="l"/>
            <a:endParaRPr lang="tr-TR" sz="1333" dirty="0">
              <a:latin typeface="+mn-lt"/>
            </a:endParaRPr>
          </a:p>
          <a:p>
            <a:pPr marL="0" indent="0" algn="l"/>
            <a:r>
              <a:rPr lang="tr-TR" sz="1333" dirty="0">
                <a:latin typeface="+mn-lt"/>
              </a:rPr>
              <a:t>  </a:t>
            </a:r>
            <a:r>
              <a:rPr lang="tr-TR" sz="1333" dirty="0" err="1">
                <a:latin typeface="+mn-lt"/>
              </a:rPr>
              <a:t>digitalWrite</a:t>
            </a:r>
            <a:r>
              <a:rPr lang="tr-TR" sz="1333" dirty="0">
                <a:latin typeface="+mn-lt"/>
              </a:rPr>
              <a:t>(rightMotor1, HIGH);</a:t>
            </a:r>
          </a:p>
          <a:p>
            <a:pPr marL="0" indent="0" algn="l"/>
            <a:r>
              <a:rPr lang="tr-TR" sz="1333" dirty="0">
                <a:latin typeface="+mn-lt"/>
              </a:rPr>
              <a:t>  </a:t>
            </a:r>
            <a:r>
              <a:rPr lang="tr-TR" sz="1333" dirty="0" err="1">
                <a:latin typeface="+mn-lt"/>
              </a:rPr>
              <a:t>digitalWrite</a:t>
            </a:r>
            <a:r>
              <a:rPr lang="tr-TR" sz="1333" dirty="0">
                <a:latin typeface="+mn-lt"/>
              </a:rPr>
              <a:t>(rightMotor2, LOW);</a:t>
            </a:r>
          </a:p>
          <a:p>
            <a:pPr marL="0" indent="0" algn="l"/>
            <a:r>
              <a:rPr lang="tr-TR" sz="1333" dirty="0">
                <a:latin typeface="+mn-lt"/>
              </a:rPr>
              <a:t>  </a:t>
            </a:r>
            <a:r>
              <a:rPr lang="tr-TR" sz="1333" dirty="0" err="1">
                <a:latin typeface="+mn-lt"/>
              </a:rPr>
              <a:t>analogWrite</a:t>
            </a:r>
            <a:r>
              <a:rPr lang="tr-TR" sz="1333" dirty="0">
                <a:latin typeface="+mn-lt"/>
              </a:rPr>
              <a:t>(</a:t>
            </a:r>
            <a:r>
              <a:rPr lang="tr-TR" sz="1333" dirty="0" err="1">
                <a:latin typeface="+mn-lt"/>
              </a:rPr>
              <a:t>rightMotorPWM</a:t>
            </a:r>
            <a:r>
              <a:rPr lang="tr-TR" sz="1333" dirty="0">
                <a:latin typeface="+mn-lt"/>
              </a:rPr>
              <a:t>, </a:t>
            </a:r>
            <a:r>
              <a:rPr lang="tr-TR" sz="1333" dirty="0" err="1">
                <a:latin typeface="+mn-lt"/>
              </a:rPr>
              <a:t>rightMotorSpeed</a:t>
            </a:r>
            <a:r>
              <a:rPr lang="tr-TR" sz="1333" dirty="0">
                <a:latin typeface="+mn-lt"/>
              </a:rPr>
              <a:t>);</a:t>
            </a:r>
          </a:p>
          <a:p>
            <a:pPr marL="0" indent="0" algn="l"/>
            <a:endParaRPr lang="tr-TR" sz="1333" dirty="0">
              <a:latin typeface="+mn-lt"/>
            </a:endParaRPr>
          </a:p>
          <a:p>
            <a:pPr marL="0" indent="0" algn="l"/>
            <a:r>
              <a:rPr lang="tr-TR" sz="1333" dirty="0">
                <a:latin typeface="+mn-lt"/>
              </a:rPr>
              <a:t>  </a:t>
            </a:r>
            <a:r>
              <a:rPr lang="tr-TR" sz="1333" dirty="0" err="1">
                <a:latin typeface="+mn-lt"/>
              </a:rPr>
              <a:t>digitalWrite</a:t>
            </a:r>
            <a:r>
              <a:rPr lang="tr-TR" sz="1333" dirty="0">
                <a:latin typeface="+mn-lt"/>
              </a:rPr>
              <a:t>(leftMotor1, HIGH);</a:t>
            </a:r>
          </a:p>
          <a:p>
            <a:pPr marL="0" indent="0" algn="l"/>
            <a:r>
              <a:rPr lang="tr-TR" sz="1333" dirty="0">
                <a:latin typeface="+mn-lt"/>
              </a:rPr>
              <a:t>  </a:t>
            </a:r>
            <a:r>
              <a:rPr lang="tr-TR" sz="1333" dirty="0" err="1">
                <a:latin typeface="+mn-lt"/>
              </a:rPr>
              <a:t>digitalWrite</a:t>
            </a:r>
            <a:r>
              <a:rPr lang="tr-TR" sz="1333" dirty="0">
                <a:latin typeface="+mn-lt"/>
              </a:rPr>
              <a:t>(leftMotor2, LOW);</a:t>
            </a:r>
          </a:p>
          <a:p>
            <a:pPr marL="0" indent="0" algn="l"/>
            <a:r>
              <a:rPr lang="tr-TR" sz="1333" dirty="0">
                <a:latin typeface="+mn-lt"/>
              </a:rPr>
              <a:t>  </a:t>
            </a:r>
            <a:r>
              <a:rPr lang="tr-TR" sz="1333" dirty="0" err="1">
                <a:latin typeface="+mn-lt"/>
              </a:rPr>
              <a:t>analogWrite</a:t>
            </a:r>
            <a:r>
              <a:rPr lang="tr-TR" sz="1333" dirty="0">
                <a:latin typeface="+mn-lt"/>
              </a:rPr>
              <a:t>(</a:t>
            </a:r>
            <a:r>
              <a:rPr lang="tr-TR" sz="1333" dirty="0" err="1">
                <a:latin typeface="+mn-lt"/>
              </a:rPr>
              <a:t>leftMotorPWM</a:t>
            </a:r>
            <a:r>
              <a:rPr lang="tr-TR" sz="1333" dirty="0">
                <a:latin typeface="+mn-lt"/>
              </a:rPr>
              <a:t>, </a:t>
            </a:r>
            <a:r>
              <a:rPr lang="tr-TR" sz="1333" dirty="0" err="1">
                <a:latin typeface="+mn-lt"/>
              </a:rPr>
              <a:t>leftMotorSpeed</a:t>
            </a:r>
            <a:r>
              <a:rPr lang="tr-TR" sz="1333" dirty="0">
                <a:latin typeface="+mn-lt"/>
              </a:rPr>
              <a:t>);</a:t>
            </a:r>
          </a:p>
          <a:p>
            <a:pPr marL="0" indent="0" algn="l"/>
            <a:r>
              <a:rPr lang="tr-TR" sz="1333" dirty="0">
                <a:latin typeface="+mn-lt"/>
              </a:rPr>
              <a:t>}</a:t>
            </a:r>
          </a:p>
          <a:p>
            <a:pPr marL="0" indent="0"/>
            <a:endParaRPr lang="tr-TR" dirty="0"/>
          </a:p>
        </p:txBody>
      </p:sp>
      <p:sp>
        <p:nvSpPr>
          <p:cNvPr id="15" name="Google Shape;1460;p36"/>
          <p:cNvSpPr txBox="1">
            <a:spLocks/>
          </p:cNvSpPr>
          <p:nvPr/>
        </p:nvSpPr>
        <p:spPr>
          <a:xfrm>
            <a:off x="238897" y="864973"/>
            <a:ext cx="1589903" cy="1227439"/>
          </a:xfrm>
          <a:prstGeom prst="rect">
            <a:avLst/>
          </a:prstGeom>
          <a:solidFill>
            <a:schemeClr val="dk1"/>
          </a:solid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6000"/>
              <a:buFont typeface="Krona One"/>
              <a:buNone/>
              <a:defRPr sz="4500" b="0" i="0" u="none" strike="noStrike" cap="none">
                <a:solidFill>
                  <a:schemeClr val="lt1"/>
                </a:solidFill>
                <a:latin typeface="Krona One"/>
                <a:ea typeface="Krona One"/>
                <a:cs typeface="Krona One"/>
                <a:sym typeface="Krona One"/>
              </a:defRPr>
            </a:lvl1pPr>
            <a:lvl2pPr marR="0" lvl="1"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6000"/>
              <a:buFont typeface="Arial"/>
              <a:buNone/>
              <a:defRPr sz="6000" b="0" i="0" u="none" strike="noStrike" cap="none">
                <a:solidFill>
                  <a:schemeClr val="dk1"/>
                </a:solidFill>
                <a:latin typeface="Arial"/>
                <a:ea typeface="Arial"/>
                <a:cs typeface="Arial"/>
                <a:sym typeface="Arial"/>
              </a:defRPr>
            </a:lvl9pPr>
          </a:lstStyle>
          <a:p>
            <a:pPr defTabSz="1219170">
              <a:buClr>
                <a:srgbClr val="000000"/>
              </a:buClr>
            </a:pPr>
            <a:r>
              <a:rPr lang="tr-TR" sz="6000" kern="0" dirty="0">
                <a:solidFill>
                  <a:srgbClr val="FFFFFF"/>
                </a:solidFill>
                <a:latin typeface="+mj-lt"/>
              </a:rPr>
              <a:t>03</a:t>
            </a:r>
            <a:endParaRPr lang="en" sz="6000" kern="0" dirty="0">
              <a:solidFill>
                <a:srgbClr val="FFFFFF"/>
              </a:solidFill>
              <a:latin typeface="+mj-lt"/>
            </a:endParaRPr>
          </a:p>
        </p:txBody>
      </p:sp>
      <p:sp>
        <p:nvSpPr>
          <p:cNvPr id="3" name="Metin kutusu 2"/>
          <p:cNvSpPr txBox="1"/>
          <p:nvPr/>
        </p:nvSpPr>
        <p:spPr>
          <a:xfrm>
            <a:off x="6808468" y="2633147"/>
            <a:ext cx="5132172" cy="3170099"/>
          </a:xfrm>
          <a:prstGeom prst="rect">
            <a:avLst/>
          </a:prstGeom>
          <a:noFill/>
        </p:spPr>
        <p:txBody>
          <a:bodyPr wrap="square" rtlCol="0">
            <a:spAutoFit/>
          </a:bodyPr>
          <a:lstStyle/>
          <a:p>
            <a:r>
              <a:rPr lang="en-US" sz="2000" b="1" dirty="0"/>
              <a:t>Reading Line Position:</a:t>
            </a:r>
            <a:r>
              <a:rPr lang="en-US" sz="2000" dirty="0"/>
              <a:t> The position of the line is read from the sensors.</a:t>
            </a:r>
            <a:endParaRPr lang="tr-TR" sz="2000" dirty="0"/>
          </a:p>
          <a:p>
            <a:r>
              <a:rPr lang="en-US" sz="2000" b="1" dirty="0"/>
              <a:t>Calculating Error: </a:t>
            </a:r>
            <a:r>
              <a:rPr lang="en-US" sz="2000" dirty="0"/>
              <a:t>Calculates how far the line is from the center.</a:t>
            </a:r>
            <a:endParaRPr lang="tr-TR" sz="2000" dirty="0"/>
          </a:p>
          <a:p>
            <a:r>
              <a:rPr lang="en-US" sz="2000" b="1" dirty="0"/>
              <a:t>PID Control</a:t>
            </a:r>
            <a:r>
              <a:rPr lang="en-US" sz="2000" dirty="0"/>
              <a:t>: Uses error values to adjust motor speeds.</a:t>
            </a:r>
            <a:endParaRPr lang="tr-TR" sz="2000" dirty="0"/>
          </a:p>
          <a:p>
            <a:r>
              <a:rPr lang="en-US" sz="2000" b="1" dirty="0"/>
              <a:t>Setting Motor Speeds: </a:t>
            </a:r>
            <a:r>
              <a:rPr lang="en-US" sz="2000" dirty="0"/>
              <a:t>Motor speeds are calculated and limited.</a:t>
            </a:r>
            <a:endParaRPr lang="tr-TR" sz="2000" dirty="0"/>
          </a:p>
          <a:p>
            <a:r>
              <a:rPr lang="en-US" sz="2000" b="1" dirty="0"/>
              <a:t>Controlling Motors:</a:t>
            </a:r>
            <a:r>
              <a:rPr lang="en-US" sz="2000" dirty="0"/>
              <a:t> Motors are controlled based on the calculated speeds.</a:t>
            </a:r>
            <a:endParaRPr lang="tr-TR" sz="2000" dirty="0"/>
          </a:p>
        </p:txBody>
      </p:sp>
    </p:spTree>
    <p:extLst>
      <p:ext uri="{BB962C8B-B14F-4D97-AF65-F5344CB8AC3E}">
        <p14:creationId xmlns:p14="http://schemas.microsoft.com/office/powerpoint/2010/main" val="3264855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sp>
        <p:nvSpPr>
          <p:cNvPr id="1480" name="Google Shape;1480;p38"/>
          <p:cNvSpPr txBox="1">
            <a:spLocks noGrp="1"/>
          </p:cNvSpPr>
          <p:nvPr>
            <p:ph type="title"/>
          </p:nvPr>
        </p:nvSpPr>
        <p:spPr>
          <a:xfrm>
            <a:off x="449970" y="108466"/>
            <a:ext cx="10272000" cy="763600"/>
          </a:xfrm>
          <a:prstGeom prst="rect">
            <a:avLst/>
          </a:prstGeom>
        </p:spPr>
        <p:txBody>
          <a:bodyPr spcFirstLastPara="1" wrap="square" lIns="121900" tIns="121900" rIns="121900" bIns="121900" anchor="ctr" anchorCtr="0">
            <a:noAutofit/>
          </a:bodyPr>
          <a:lstStyle/>
          <a:p>
            <a:r>
              <a:rPr lang="tr-TR" b="1" dirty="0">
                <a:latin typeface="+mj-lt"/>
              </a:rPr>
              <a:t>COST ANALYST</a:t>
            </a:r>
            <a:endParaRPr b="1" dirty="0">
              <a:latin typeface="+mj-lt"/>
            </a:endParaRPr>
          </a:p>
        </p:txBody>
      </p:sp>
      <p:graphicFrame>
        <p:nvGraphicFramePr>
          <p:cNvPr id="6" name="Tablo 5"/>
          <p:cNvGraphicFramePr>
            <a:graphicFrameLocks noGrp="1"/>
          </p:cNvGraphicFramePr>
          <p:nvPr>
            <p:extLst>
              <p:ext uri="{D42A27DB-BD31-4B8C-83A1-F6EECF244321}">
                <p14:modId xmlns:p14="http://schemas.microsoft.com/office/powerpoint/2010/main" val="996941737"/>
              </p:ext>
            </p:extLst>
          </p:nvPr>
        </p:nvGraphicFramePr>
        <p:xfrm>
          <a:off x="1900362" y="1293485"/>
          <a:ext cx="6997147" cy="5295018"/>
        </p:xfrm>
        <a:graphic>
          <a:graphicData uri="http://schemas.openxmlformats.org/drawingml/2006/table">
            <a:tbl>
              <a:tblPr firstRow="1" bandRow="1"/>
              <a:tblGrid>
                <a:gridCol w="3250363">
                  <a:extLst>
                    <a:ext uri="{9D8B030D-6E8A-4147-A177-3AD203B41FA5}">
                      <a16:colId xmlns:a16="http://schemas.microsoft.com/office/drawing/2014/main" val="1557487283"/>
                    </a:ext>
                  </a:extLst>
                </a:gridCol>
                <a:gridCol w="1414402">
                  <a:extLst>
                    <a:ext uri="{9D8B030D-6E8A-4147-A177-3AD203B41FA5}">
                      <a16:colId xmlns:a16="http://schemas.microsoft.com/office/drawing/2014/main" val="3100175611"/>
                    </a:ext>
                  </a:extLst>
                </a:gridCol>
                <a:gridCol w="2332382">
                  <a:extLst>
                    <a:ext uri="{9D8B030D-6E8A-4147-A177-3AD203B41FA5}">
                      <a16:colId xmlns:a16="http://schemas.microsoft.com/office/drawing/2014/main" val="2926584033"/>
                    </a:ext>
                  </a:extLst>
                </a:gridCol>
              </a:tblGrid>
              <a:tr h="665302">
                <a:tc>
                  <a:txBody>
                    <a:bodyPr/>
                    <a:lstStyle/>
                    <a:p>
                      <a:r>
                        <a:rPr lang="tr-TR" sz="1600" dirty="0"/>
                        <a:t>Product</a:t>
                      </a:r>
                    </a:p>
                  </a:txBody>
                  <a:tcPr marL="121920" marR="121920" marT="60960" marB="60960"/>
                </a:tc>
                <a:tc>
                  <a:txBody>
                    <a:bodyPr/>
                    <a:lstStyle/>
                    <a:p>
                      <a:r>
                        <a:rPr lang="tr-TR" sz="1600" dirty="0" err="1"/>
                        <a:t>Number</a:t>
                      </a:r>
                      <a:endParaRPr lang="tr-TR" sz="1600" dirty="0"/>
                    </a:p>
                  </a:txBody>
                  <a:tcPr marL="121920" marR="121920" marT="60960" marB="60960"/>
                </a:tc>
                <a:tc>
                  <a:txBody>
                    <a:bodyPr/>
                    <a:lstStyle/>
                    <a:p>
                      <a:r>
                        <a:rPr lang="tr-TR" sz="1600" dirty="0" err="1"/>
                        <a:t>Cost</a:t>
                      </a:r>
                      <a:r>
                        <a:rPr lang="tr-TR" sz="1600" dirty="0"/>
                        <a:t> (</a:t>
                      </a:r>
                      <a:r>
                        <a:rPr lang="tr-TR" sz="1600" dirty="0" err="1"/>
                        <a:t>Turkish</a:t>
                      </a:r>
                      <a:r>
                        <a:rPr lang="tr-TR" sz="1600" dirty="0"/>
                        <a:t> </a:t>
                      </a:r>
                      <a:r>
                        <a:rPr lang="tr-TR" sz="1600" dirty="0" err="1"/>
                        <a:t>Liras</a:t>
                      </a:r>
                      <a:r>
                        <a:rPr lang="tr-TR" sz="1600" dirty="0"/>
                        <a:t>)</a:t>
                      </a:r>
                    </a:p>
                  </a:txBody>
                  <a:tcPr marL="121920" marR="121920" marT="60960" marB="60960"/>
                </a:tc>
                <a:extLst>
                  <a:ext uri="{0D108BD9-81ED-4DB2-BD59-A6C34878D82A}">
                    <a16:rowId xmlns:a16="http://schemas.microsoft.com/office/drawing/2014/main" val="2195780819"/>
                  </a:ext>
                </a:extLst>
              </a:tr>
              <a:tr h="378534">
                <a:tc>
                  <a:txBody>
                    <a:bodyPr/>
                    <a:lstStyle/>
                    <a:p>
                      <a:r>
                        <a:rPr lang="tr-TR" sz="1600" dirty="0" err="1"/>
                        <a:t>Line-following</a:t>
                      </a:r>
                      <a:r>
                        <a:rPr lang="tr-TR" sz="1600" dirty="0"/>
                        <a:t> car body</a:t>
                      </a:r>
                    </a:p>
                  </a:txBody>
                  <a:tcPr marL="121920" marR="121920" marT="60960" marB="60960"/>
                </a:tc>
                <a:tc>
                  <a:txBody>
                    <a:bodyPr/>
                    <a:lstStyle/>
                    <a:p>
                      <a:r>
                        <a:rPr lang="tr-TR" sz="1600" dirty="0"/>
                        <a:t>1 </a:t>
                      </a:r>
                    </a:p>
                  </a:txBody>
                  <a:tcPr marL="121920" marR="121920" marT="60960" marB="60960"/>
                </a:tc>
                <a:tc>
                  <a:txBody>
                    <a:bodyPr/>
                    <a:lstStyle/>
                    <a:p>
                      <a:r>
                        <a:rPr lang="tr-TR" sz="1600" dirty="0"/>
                        <a:t>49,76 </a:t>
                      </a:r>
                    </a:p>
                  </a:txBody>
                  <a:tcPr marL="121920" marR="121920" marT="60960" marB="60960"/>
                </a:tc>
                <a:extLst>
                  <a:ext uri="{0D108BD9-81ED-4DB2-BD59-A6C34878D82A}">
                    <a16:rowId xmlns:a16="http://schemas.microsoft.com/office/drawing/2014/main" val="3419340342"/>
                  </a:ext>
                </a:extLst>
              </a:tr>
              <a:tr h="378534">
                <a:tc>
                  <a:txBody>
                    <a:bodyPr/>
                    <a:lstStyle/>
                    <a:p>
                      <a:r>
                        <a:rPr lang="tr-TR" sz="1600" dirty="0"/>
                        <a:t>Mini </a:t>
                      </a:r>
                      <a:r>
                        <a:rPr lang="tr-TR" sz="1600" dirty="0" err="1"/>
                        <a:t>drunk</a:t>
                      </a:r>
                      <a:r>
                        <a:rPr lang="tr-TR" sz="1600" dirty="0"/>
                        <a:t> </a:t>
                      </a:r>
                      <a:r>
                        <a:rPr lang="tr-TR" sz="1600" dirty="0" err="1"/>
                        <a:t>wheel</a:t>
                      </a:r>
                      <a:endParaRPr lang="tr-TR" sz="1600" dirty="0"/>
                    </a:p>
                  </a:txBody>
                  <a:tcPr marL="121920" marR="121920" marT="60960" marB="60960"/>
                </a:tc>
                <a:tc>
                  <a:txBody>
                    <a:bodyPr/>
                    <a:lstStyle/>
                    <a:p>
                      <a:r>
                        <a:rPr lang="tr-TR" sz="1600" dirty="0"/>
                        <a:t>2 </a:t>
                      </a:r>
                    </a:p>
                  </a:txBody>
                  <a:tcPr marL="121920" marR="121920" marT="60960" marB="60960"/>
                </a:tc>
                <a:tc>
                  <a:txBody>
                    <a:bodyPr/>
                    <a:lstStyle/>
                    <a:p>
                      <a:r>
                        <a:rPr lang="tr-TR" sz="1600" dirty="0"/>
                        <a:t>2,82</a:t>
                      </a:r>
                    </a:p>
                  </a:txBody>
                  <a:tcPr marL="121920" marR="121920" marT="60960" marB="60960"/>
                </a:tc>
                <a:extLst>
                  <a:ext uri="{0D108BD9-81ED-4DB2-BD59-A6C34878D82A}">
                    <a16:rowId xmlns:a16="http://schemas.microsoft.com/office/drawing/2014/main" val="2075008895"/>
                  </a:ext>
                </a:extLst>
              </a:tr>
              <a:tr h="639595">
                <a:tc>
                  <a:txBody>
                    <a:bodyPr/>
                    <a:lstStyle/>
                    <a:p>
                      <a:r>
                        <a:rPr lang="tr-TR" sz="1600" dirty="0"/>
                        <a:t>L298N</a:t>
                      </a:r>
                      <a:r>
                        <a:rPr lang="tr-TR" sz="1600" baseline="0" dirty="0"/>
                        <a:t> </a:t>
                      </a:r>
                      <a:r>
                        <a:rPr lang="en-US" sz="1600" dirty="0"/>
                        <a:t>Voltage-Regulated Dual Motor Driver Board</a:t>
                      </a:r>
                      <a:endParaRPr lang="tr-TR" sz="1600" dirty="0"/>
                    </a:p>
                  </a:txBody>
                  <a:tcPr marL="121920" marR="121920" marT="60960" marB="60960"/>
                </a:tc>
                <a:tc>
                  <a:txBody>
                    <a:bodyPr/>
                    <a:lstStyle/>
                    <a:p>
                      <a:r>
                        <a:rPr lang="tr-TR" sz="1600" dirty="0"/>
                        <a:t>1 </a:t>
                      </a:r>
                    </a:p>
                  </a:txBody>
                  <a:tcPr marL="121920" marR="121920" marT="60960" marB="60960"/>
                </a:tc>
                <a:tc>
                  <a:txBody>
                    <a:bodyPr/>
                    <a:lstStyle/>
                    <a:p>
                      <a:r>
                        <a:rPr lang="tr-TR" sz="1600" dirty="0"/>
                        <a:t>55</a:t>
                      </a:r>
                    </a:p>
                  </a:txBody>
                  <a:tcPr marL="121920" marR="121920" marT="60960" marB="60960"/>
                </a:tc>
                <a:extLst>
                  <a:ext uri="{0D108BD9-81ED-4DB2-BD59-A6C34878D82A}">
                    <a16:rowId xmlns:a16="http://schemas.microsoft.com/office/drawing/2014/main" val="2329853106"/>
                  </a:ext>
                </a:extLst>
              </a:tr>
              <a:tr h="378534">
                <a:tc>
                  <a:txBody>
                    <a:bodyPr/>
                    <a:lstStyle/>
                    <a:p>
                      <a:r>
                        <a:rPr lang="tr-TR" sz="1600" dirty="0" err="1"/>
                        <a:t>Silicon</a:t>
                      </a:r>
                      <a:r>
                        <a:rPr lang="tr-TR" sz="1600" baseline="0" dirty="0"/>
                        <a:t> Wheel</a:t>
                      </a:r>
                      <a:endParaRPr lang="tr-TR" sz="1600" dirty="0"/>
                    </a:p>
                  </a:txBody>
                  <a:tcPr marL="121920" marR="121920" marT="60960" marB="60960"/>
                </a:tc>
                <a:tc>
                  <a:txBody>
                    <a:bodyPr/>
                    <a:lstStyle/>
                    <a:p>
                      <a:r>
                        <a:rPr lang="tr-TR" sz="1600" dirty="0"/>
                        <a:t>2 </a:t>
                      </a:r>
                    </a:p>
                  </a:txBody>
                  <a:tcPr marL="121920" marR="121920" marT="60960" marB="60960"/>
                </a:tc>
                <a:tc>
                  <a:txBody>
                    <a:bodyPr/>
                    <a:lstStyle/>
                    <a:p>
                      <a:r>
                        <a:rPr lang="tr-TR" sz="1600" dirty="0"/>
                        <a:t>229,15</a:t>
                      </a:r>
                    </a:p>
                  </a:txBody>
                  <a:tcPr marL="121920" marR="121920" marT="60960" marB="60960"/>
                </a:tc>
                <a:extLst>
                  <a:ext uri="{0D108BD9-81ED-4DB2-BD59-A6C34878D82A}">
                    <a16:rowId xmlns:a16="http://schemas.microsoft.com/office/drawing/2014/main" val="1502378024"/>
                  </a:ext>
                </a:extLst>
              </a:tr>
              <a:tr h="416597">
                <a:tc>
                  <a:txBody>
                    <a:bodyPr/>
                    <a:lstStyle/>
                    <a:p>
                      <a:r>
                        <a:rPr lang="tr-TR" sz="1600" dirty="0"/>
                        <a:t>3.7 Volt 2400 </a:t>
                      </a:r>
                      <a:r>
                        <a:rPr lang="tr-TR" sz="1600" dirty="0" err="1"/>
                        <a:t>mAh</a:t>
                      </a:r>
                      <a:r>
                        <a:rPr lang="tr-TR" sz="1600" dirty="0"/>
                        <a:t> </a:t>
                      </a:r>
                      <a:r>
                        <a:rPr lang="tr-TR" sz="1600" dirty="0" err="1"/>
                        <a:t>Li</a:t>
                      </a:r>
                      <a:r>
                        <a:rPr lang="tr-TR" sz="1600" dirty="0"/>
                        <a:t>-on </a:t>
                      </a:r>
                      <a:r>
                        <a:rPr lang="tr-TR" sz="1600" dirty="0" err="1"/>
                        <a:t>Battery</a:t>
                      </a:r>
                      <a:endParaRPr lang="tr-TR" sz="1600" dirty="0"/>
                    </a:p>
                  </a:txBody>
                  <a:tcPr marL="121920" marR="121920" marT="60960" marB="60960"/>
                </a:tc>
                <a:tc>
                  <a:txBody>
                    <a:bodyPr/>
                    <a:lstStyle/>
                    <a:p>
                      <a:r>
                        <a:rPr lang="tr-TR" sz="1600" dirty="0"/>
                        <a:t>2</a:t>
                      </a:r>
                    </a:p>
                  </a:txBody>
                  <a:tcPr marL="121920" marR="121920" marT="60960" marB="60960"/>
                </a:tc>
                <a:tc>
                  <a:txBody>
                    <a:bodyPr/>
                    <a:lstStyle/>
                    <a:p>
                      <a:r>
                        <a:rPr lang="tr-TR" sz="1600" dirty="0"/>
                        <a:t>220,20</a:t>
                      </a:r>
                    </a:p>
                  </a:txBody>
                  <a:tcPr marL="121920" marR="121920" marT="60960" marB="60960"/>
                </a:tc>
                <a:extLst>
                  <a:ext uri="{0D108BD9-81ED-4DB2-BD59-A6C34878D82A}">
                    <a16:rowId xmlns:a16="http://schemas.microsoft.com/office/drawing/2014/main" val="3598893710"/>
                  </a:ext>
                </a:extLst>
              </a:tr>
              <a:tr h="378534">
                <a:tc>
                  <a:txBody>
                    <a:bodyPr/>
                    <a:lstStyle/>
                    <a:p>
                      <a:r>
                        <a:rPr lang="tr-TR" sz="1600" dirty="0" err="1"/>
                        <a:t>Battery</a:t>
                      </a:r>
                      <a:r>
                        <a:rPr lang="tr-TR" sz="1600" baseline="0" dirty="0"/>
                        <a:t> </a:t>
                      </a:r>
                      <a:r>
                        <a:rPr lang="tr-TR" sz="1600" baseline="0" dirty="0" err="1"/>
                        <a:t>Bed</a:t>
                      </a:r>
                      <a:endParaRPr lang="tr-TR" sz="1600" dirty="0"/>
                    </a:p>
                  </a:txBody>
                  <a:tcPr marL="121920" marR="121920" marT="60960" marB="60960"/>
                </a:tc>
                <a:tc>
                  <a:txBody>
                    <a:bodyPr/>
                    <a:lstStyle/>
                    <a:p>
                      <a:r>
                        <a:rPr lang="tr-TR" sz="1600" dirty="0"/>
                        <a:t>2</a:t>
                      </a:r>
                    </a:p>
                  </a:txBody>
                  <a:tcPr marL="121920" marR="121920" marT="60960" marB="60960"/>
                </a:tc>
                <a:tc>
                  <a:txBody>
                    <a:bodyPr/>
                    <a:lstStyle/>
                    <a:p>
                      <a:r>
                        <a:rPr lang="tr-TR" sz="1600" dirty="0"/>
                        <a:t>20,30</a:t>
                      </a:r>
                    </a:p>
                  </a:txBody>
                  <a:tcPr marL="121920" marR="121920" marT="60960" marB="60960"/>
                </a:tc>
                <a:extLst>
                  <a:ext uri="{0D108BD9-81ED-4DB2-BD59-A6C34878D82A}">
                    <a16:rowId xmlns:a16="http://schemas.microsoft.com/office/drawing/2014/main" val="646840144"/>
                  </a:ext>
                </a:extLst>
              </a:tr>
              <a:tr h="400694">
                <a:tc>
                  <a:txBody>
                    <a:bodyPr/>
                    <a:lstStyle/>
                    <a:p>
                      <a:r>
                        <a:rPr lang="tr-TR" sz="1600" dirty="0" err="1"/>
                        <a:t>Type</a:t>
                      </a:r>
                      <a:r>
                        <a:rPr lang="tr-TR" sz="1600" dirty="0"/>
                        <a:t>-C </a:t>
                      </a:r>
                      <a:r>
                        <a:rPr lang="tr-TR" sz="1600" dirty="0" err="1"/>
                        <a:t>Charging</a:t>
                      </a:r>
                      <a:r>
                        <a:rPr lang="tr-TR" sz="1600" baseline="0" dirty="0"/>
                        <a:t> </a:t>
                      </a:r>
                      <a:r>
                        <a:rPr lang="tr-TR" sz="1600" baseline="0" dirty="0" err="1"/>
                        <a:t>Module</a:t>
                      </a:r>
                      <a:endParaRPr lang="tr-TR" sz="1600" dirty="0"/>
                    </a:p>
                  </a:txBody>
                  <a:tcPr marL="121920" marR="121920" marT="60960" marB="60960"/>
                </a:tc>
                <a:tc>
                  <a:txBody>
                    <a:bodyPr/>
                    <a:lstStyle/>
                    <a:p>
                      <a:r>
                        <a:rPr lang="tr-TR" sz="1600" dirty="0"/>
                        <a:t>2</a:t>
                      </a:r>
                    </a:p>
                  </a:txBody>
                  <a:tcPr marL="121920" marR="121920" marT="60960" marB="60960"/>
                </a:tc>
                <a:tc>
                  <a:txBody>
                    <a:bodyPr/>
                    <a:lstStyle/>
                    <a:p>
                      <a:r>
                        <a:rPr lang="tr-TR" sz="1600" dirty="0"/>
                        <a:t>25</a:t>
                      </a:r>
                    </a:p>
                  </a:txBody>
                  <a:tcPr marL="121920" marR="121920" marT="60960" marB="60960"/>
                </a:tc>
                <a:extLst>
                  <a:ext uri="{0D108BD9-81ED-4DB2-BD59-A6C34878D82A}">
                    <a16:rowId xmlns:a16="http://schemas.microsoft.com/office/drawing/2014/main" val="1685279980"/>
                  </a:ext>
                </a:extLst>
              </a:tr>
              <a:tr h="378534">
                <a:tc>
                  <a:txBody>
                    <a:bodyPr/>
                    <a:lstStyle/>
                    <a:p>
                      <a:r>
                        <a:rPr lang="tr-TR" sz="1600" dirty="0"/>
                        <a:t>QTR-8A IR Sensor</a:t>
                      </a:r>
                    </a:p>
                  </a:txBody>
                  <a:tcPr marL="121920" marR="121920" marT="60960" marB="60960"/>
                </a:tc>
                <a:tc>
                  <a:txBody>
                    <a:bodyPr/>
                    <a:lstStyle/>
                    <a:p>
                      <a:r>
                        <a:rPr lang="tr-TR" sz="1600" dirty="0"/>
                        <a:t>1</a:t>
                      </a:r>
                    </a:p>
                  </a:txBody>
                  <a:tcPr marL="121920" marR="121920" marT="60960" marB="60960"/>
                </a:tc>
                <a:tc>
                  <a:txBody>
                    <a:bodyPr/>
                    <a:lstStyle/>
                    <a:p>
                      <a:r>
                        <a:rPr lang="tr-TR" sz="1600" dirty="0"/>
                        <a:t>196,76</a:t>
                      </a:r>
                    </a:p>
                  </a:txBody>
                  <a:tcPr marL="121920" marR="121920" marT="60960" marB="60960"/>
                </a:tc>
                <a:extLst>
                  <a:ext uri="{0D108BD9-81ED-4DB2-BD59-A6C34878D82A}">
                    <a16:rowId xmlns:a16="http://schemas.microsoft.com/office/drawing/2014/main" val="2971529026"/>
                  </a:ext>
                </a:extLst>
              </a:tr>
              <a:tr h="400693">
                <a:tc>
                  <a:txBody>
                    <a:bodyPr/>
                    <a:lstStyle/>
                    <a:p>
                      <a:r>
                        <a:rPr lang="tr-TR" sz="1600" dirty="0"/>
                        <a:t>6V</a:t>
                      </a:r>
                      <a:r>
                        <a:rPr lang="tr-TR" sz="1600" baseline="0" dirty="0"/>
                        <a:t> 600 </a:t>
                      </a:r>
                      <a:r>
                        <a:rPr lang="tr-TR" sz="1600" baseline="0" dirty="0" err="1"/>
                        <a:t>rpm</a:t>
                      </a:r>
                      <a:r>
                        <a:rPr lang="tr-TR" sz="1600" baseline="0" dirty="0"/>
                        <a:t> DC motor N20</a:t>
                      </a:r>
                      <a:endParaRPr lang="tr-TR" sz="1600" dirty="0"/>
                    </a:p>
                  </a:txBody>
                  <a:tcPr marL="121920" marR="121920" marT="60960" marB="60960"/>
                </a:tc>
                <a:tc>
                  <a:txBody>
                    <a:bodyPr/>
                    <a:lstStyle/>
                    <a:p>
                      <a:r>
                        <a:rPr lang="tr-TR" sz="1600" dirty="0"/>
                        <a:t>2</a:t>
                      </a:r>
                    </a:p>
                  </a:txBody>
                  <a:tcPr marL="121920" marR="121920" marT="60960" marB="60960"/>
                </a:tc>
                <a:tc>
                  <a:txBody>
                    <a:bodyPr/>
                    <a:lstStyle/>
                    <a:p>
                      <a:r>
                        <a:rPr lang="tr-TR" sz="1600" dirty="0"/>
                        <a:t>175</a:t>
                      </a:r>
                    </a:p>
                  </a:txBody>
                  <a:tcPr marL="121920" marR="121920" marT="60960" marB="60960"/>
                </a:tc>
                <a:extLst>
                  <a:ext uri="{0D108BD9-81ED-4DB2-BD59-A6C34878D82A}">
                    <a16:rowId xmlns:a16="http://schemas.microsoft.com/office/drawing/2014/main" val="3488046975"/>
                  </a:ext>
                </a:extLst>
              </a:tr>
              <a:tr h="500933">
                <a:tc>
                  <a:txBody>
                    <a:bodyPr/>
                    <a:lstStyle/>
                    <a:p>
                      <a:r>
                        <a:rPr lang="tr-TR" sz="1600" dirty="0"/>
                        <a:t>2A </a:t>
                      </a:r>
                      <a:r>
                        <a:rPr lang="tr-TR" sz="1600" dirty="0" err="1"/>
                        <a:t>Boost</a:t>
                      </a:r>
                      <a:r>
                        <a:rPr lang="tr-TR" sz="1600" baseline="0" dirty="0"/>
                        <a:t> Converter </a:t>
                      </a:r>
                      <a:r>
                        <a:rPr lang="tr-TR" sz="1600" baseline="0" dirty="0" err="1"/>
                        <a:t>Module</a:t>
                      </a:r>
                      <a:endParaRPr lang="tr-TR" sz="1600" dirty="0"/>
                    </a:p>
                  </a:txBody>
                  <a:tcPr marL="121920" marR="121920" marT="60960" marB="60960"/>
                </a:tc>
                <a:tc>
                  <a:txBody>
                    <a:bodyPr/>
                    <a:lstStyle/>
                    <a:p>
                      <a:r>
                        <a:rPr lang="tr-TR" sz="1600" dirty="0"/>
                        <a:t>1</a:t>
                      </a:r>
                    </a:p>
                  </a:txBody>
                  <a:tcPr marL="121920" marR="121920" marT="60960" marB="60960"/>
                </a:tc>
                <a:tc>
                  <a:txBody>
                    <a:bodyPr/>
                    <a:lstStyle/>
                    <a:p>
                      <a:r>
                        <a:rPr lang="tr-TR" sz="1600" dirty="0"/>
                        <a:t>20,85</a:t>
                      </a:r>
                    </a:p>
                  </a:txBody>
                  <a:tcPr marL="121920" marR="121920" marT="60960" marB="60960"/>
                </a:tc>
                <a:extLst>
                  <a:ext uri="{0D108BD9-81ED-4DB2-BD59-A6C34878D82A}">
                    <a16:rowId xmlns:a16="http://schemas.microsoft.com/office/drawing/2014/main" val="4120858027"/>
                  </a:ext>
                </a:extLst>
              </a:tr>
              <a:tr h="378534">
                <a:tc>
                  <a:txBody>
                    <a:bodyPr/>
                    <a:lstStyle/>
                    <a:p>
                      <a:r>
                        <a:rPr lang="tr-TR" sz="1600" dirty="0" err="1"/>
                        <a:t>Button</a:t>
                      </a:r>
                      <a:endParaRPr lang="tr-TR" sz="1600" dirty="0"/>
                    </a:p>
                  </a:txBody>
                  <a:tcPr marL="121920" marR="121920" marT="60960" marB="60960"/>
                </a:tc>
                <a:tc>
                  <a:txBody>
                    <a:bodyPr/>
                    <a:lstStyle/>
                    <a:p>
                      <a:r>
                        <a:rPr lang="tr-TR" sz="1600" dirty="0"/>
                        <a:t>1</a:t>
                      </a:r>
                    </a:p>
                  </a:txBody>
                  <a:tcPr marL="121920" marR="121920" marT="60960" marB="60960"/>
                </a:tc>
                <a:tc>
                  <a:txBody>
                    <a:bodyPr/>
                    <a:lstStyle/>
                    <a:p>
                      <a:r>
                        <a:rPr lang="tr-TR" sz="1600" dirty="0"/>
                        <a:t>15</a:t>
                      </a:r>
                    </a:p>
                  </a:txBody>
                  <a:tcPr marL="121920" marR="121920" marT="60960" marB="60960"/>
                </a:tc>
                <a:extLst>
                  <a:ext uri="{0D108BD9-81ED-4DB2-BD59-A6C34878D82A}">
                    <a16:rowId xmlns:a16="http://schemas.microsoft.com/office/drawing/2014/main" val="159818752"/>
                  </a:ext>
                </a:extLst>
              </a:tr>
            </a:tbl>
          </a:graphicData>
        </a:graphic>
      </p:graphicFrame>
      <p:graphicFrame>
        <p:nvGraphicFramePr>
          <p:cNvPr id="7" name="Tablo 6"/>
          <p:cNvGraphicFramePr>
            <a:graphicFrameLocks noGrp="1"/>
          </p:cNvGraphicFramePr>
          <p:nvPr>
            <p:extLst>
              <p:ext uri="{D42A27DB-BD31-4B8C-83A1-F6EECF244321}">
                <p14:modId xmlns:p14="http://schemas.microsoft.com/office/powerpoint/2010/main" val="1467434851"/>
              </p:ext>
            </p:extLst>
          </p:nvPr>
        </p:nvGraphicFramePr>
        <p:xfrm>
          <a:off x="9051355" y="3057074"/>
          <a:ext cx="2311059" cy="883920"/>
        </p:xfrm>
        <a:graphic>
          <a:graphicData uri="http://schemas.openxmlformats.org/drawingml/2006/table">
            <a:tbl>
              <a:tblPr firstRow="1" bandRow="1"/>
              <a:tblGrid>
                <a:gridCol w="2311059">
                  <a:extLst>
                    <a:ext uri="{9D8B030D-6E8A-4147-A177-3AD203B41FA5}">
                      <a16:colId xmlns:a16="http://schemas.microsoft.com/office/drawing/2014/main" val="353302871"/>
                    </a:ext>
                  </a:extLst>
                </a:gridCol>
              </a:tblGrid>
              <a:tr h="880703">
                <a:tc>
                  <a:txBody>
                    <a:bodyPr/>
                    <a:lstStyle/>
                    <a:p>
                      <a:r>
                        <a:rPr lang="tr-TR" sz="2500" dirty="0"/>
                        <a:t>TOTAL =</a:t>
                      </a:r>
                      <a:r>
                        <a:rPr lang="tr-TR" sz="2500" baseline="0" dirty="0"/>
                        <a:t> </a:t>
                      </a:r>
                      <a:r>
                        <a:rPr lang="tr-TR" sz="2500" dirty="0"/>
                        <a:t>1009,84 </a:t>
                      </a:r>
                      <a:r>
                        <a:rPr lang="tr-TR" sz="2500" dirty="0" err="1"/>
                        <a:t>Tl</a:t>
                      </a:r>
                      <a:endParaRPr lang="tr-TR" sz="2500" dirty="0"/>
                    </a:p>
                  </a:txBody>
                  <a:tcPr marL="121920" marR="121920" marT="60960" marB="60960"/>
                </a:tc>
                <a:extLst>
                  <a:ext uri="{0D108BD9-81ED-4DB2-BD59-A6C34878D82A}">
                    <a16:rowId xmlns:a16="http://schemas.microsoft.com/office/drawing/2014/main" val="2595885730"/>
                  </a:ext>
                </a:extLst>
              </a:tr>
            </a:tbl>
          </a:graphicData>
        </a:graphic>
      </p:graphicFrame>
    </p:spTree>
    <p:extLst>
      <p:ext uri="{BB962C8B-B14F-4D97-AF65-F5344CB8AC3E}">
        <p14:creationId xmlns:p14="http://schemas.microsoft.com/office/powerpoint/2010/main" val="21714677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6"/>
        <p:cNvGrpSpPr/>
        <p:nvPr/>
      </p:nvGrpSpPr>
      <p:grpSpPr>
        <a:xfrm>
          <a:off x="0" y="0"/>
          <a:ext cx="0" cy="0"/>
          <a:chOff x="0" y="0"/>
          <a:chExt cx="0" cy="0"/>
        </a:xfrm>
      </p:grpSpPr>
      <p:sp>
        <p:nvSpPr>
          <p:cNvPr id="1487" name="Google Shape;1487;p39"/>
          <p:cNvSpPr txBox="1">
            <a:spLocks noGrp="1"/>
          </p:cNvSpPr>
          <p:nvPr>
            <p:ph type="title"/>
          </p:nvPr>
        </p:nvSpPr>
        <p:spPr>
          <a:xfrm>
            <a:off x="869384" y="813903"/>
            <a:ext cx="10272000" cy="1130227"/>
          </a:xfrm>
          <a:prstGeom prst="rect">
            <a:avLst/>
          </a:prstGeom>
        </p:spPr>
        <p:txBody>
          <a:bodyPr spcFirstLastPara="1" wrap="square" lIns="121900" tIns="121900" rIns="121900" bIns="121900" anchor="b" anchorCtr="0">
            <a:noAutofit/>
          </a:bodyPr>
          <a:lstStyle/>
          <a:p>
            <a:r>
              <a:rPr lang="tr-TR" sz="4800" b="1" dirty="0">
                <a:latin typeface="+mj-lt"/>
              </a:rPr>
              <a:t>FUTURE DEVELOPMENTS</a:t>
            </a:r>
            <a:endParaRPr sz="4800" b="1" dirty="0">
              <a:latin typeface="+mj-lt"/>
            </a:endParaRPr>
          </a:p>
        </p:txBody>
      </p:sp>
      <p:sp>
        <p:nvSpPr>
          <p:cNvPr id="3" name="Metin kutusu 2"/>
          <p:cNvSpPr txBox="1"/>
          <p:nvPr/>
        </p:nvSpPr>
        <p:spPr>
          <a:xfrm>
            <a:off x="469558" y="2018270"/>
            <a:ext cx="10733903" cy="4607672"/>
          </a:xfrm>
          <a:prstGeom prst="rect">
            <a:avLst/>
          </a:prstGeom>
          <a:noFill/>
        </p:spPr>
        <p:txBody>
          <a:bodyPr wrap="square" rtlCol="0">
            <a:spAutoFit/>
          </a:bodyPr>
          <a:lstStyle/>
          <a:p>
            <a:r>
              <a:rPr lang="en-US" sz="1467" b="1" dirty="0"/>
              <a:t>Advanced Sensor Integration:</a:t>
            </a:r>
          </a:p>
          <a:p>
            <a:endParaRPr lang="en-US" sz="1467" dirty="0"/>
          </a:p>
          <a:p>
            <a:r>
              <a:rPr lang="en-US" sz="1467" b="1" dirty="0"/>
              <a:t>Additional Sensors: </a:t>
            </a:r>
            <a:r>
              <a:rPr lang="en-US" sz="1467" dirty="0"/>
              <a:t>Incorporate additional sensors such as ultrasonic or LiDAR for obstacle detection and avoidance.</a:t>
            </a:r>
          </a:p>
          <a:p>
            <a:r>
              <a:rPr lang="en-US" sz="1467" dirty="0"/>
              <a:t>Sensor Fusion: Implement sensor fusion techniques to improve line detection accuracy and robustness.</a:t>
            </a:r>
          </a:p>
          <a:p>
            <a:r>
              <a:rPr lang="en-US" sz="1467" dirty="0"/>
              <a:t>Algorithm Enhancement:</a:t>
            </a:r>
          </a:p>
          <a:p>
            <a:endParaRPr lang="en-US" sz="1467" b="1" dirty="0"/>
          </a:p>
          <a:p>
            <a:r>
              <a:rPr lang="en-US" sz="1467" b="1" dirty="0"/>
              <a:t>Adaptive PID Control</a:t>
            </a:r>
            <a:r>
              <a:rPr lang="en-US" sz="1467" dirty="0"/>
              <a:t>: Develop adaptive PID algorithms that can adjust parameters in real-time based on changing conditions.</a:t>
            </a:r>
          </a:p>
          <a:p>
            <a:r>
              <a:rPr lang="en-US" sz="1467" dirty="0"/>
              <a:t>Machine Learning: Explore the use of machine learning techniques to enhance the car’s learning and decision-making capabilities.</a:t>
            </a:r>
          </a:p>
          <a:p>
            <a:endParaRPr lang="tr-TR" sz="1467" dirty="0"/>
          </a:p>
          <a:p>
            <a:r>
              <a:rPr lang="en-US" sz="1467" b="1" dirty="0"/>
              <a:t>Enhanced User Experience:</a:t>
            </a:r>
          </a:p>
          <a:p>
            <a:endParaRPr lang="tr-TR" sz="1467" dirty="0"/>
          </a:p>
          <a:p>
            <a:r>
              <a:rPr lang="en-US" sz="1467" b="1" dirty="0"/>
              <a:t>Mobile App Integration</a:t>
            </a:r>
            <a:r>
              <a:rPr lang="en-US" sz="1467" dirty="0"/>
              <a:t>: Create a mobile application for remote control, monitoring, and configuration of the car.</a:t>
            </a:r>
          </a:p>
          <a:p>
            <a:r>
              <a:rPr lang="en-US" sz="1467" dirty="0"/>
              <a:t>User-Friendly Interface: Improve the calibration and setup process with a more intuitive interface.</a:t>
            </a:r>
          </a:p>
          <a:p>
            <a:r>
              <a:rPr lang="en-US" sz="1467" dirty="0"/>
              <a:t>Scalability and Applications:</a:t>
            </a:r>
          </a:p>
          <a:p>
            <a:endParaRPr lang="en-US" sz="1467" dirty="0"/>
          </a:p>
          <a:p>
            <a:r>
              <a:rPr lang="en-US" sz="1467" b="1" dirty="0"/>
              <a:t>Multiple Cars Coordination: </a:t>
            </a:r>
            <a:r>
              <a:rPr lang="en-US" sz="1467" dirty="0"/>
              <a:t>Develop algorithms for coordinating multiple cars for tasks such as cooperative transportation or racing.</a:t>
            </a:r>
          </a:p>
          <a:p>
            <a:r>
              <a:rPr lang="en-US" sz="1467" dirty="0"/>
              <a:t>Real-World Applications: Adapt the technology for real-world applications like automated delivery systems or industrial automation.</a:t>
            </a:r>
            <a:endParaRPr lang="tr-TR" sz="1467" dirty="0"/>
          </a:p>
        </p:txBody>
      </p:sp>
    </p:spTree>
    <p:extLst>
      <p:ext uri="{BB962C8B-B14F-4D97-AF65-F5344CB8AC3E}">
        <p14:creationId xmlns:p14="http://schemas.microsoft.com/office/powerpoint/2010/main" val="3041150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9"/>
        <p:cNvGrpSpPr/>
        <p:nvPr/>
      </p:nvGrpSpPr>
      <p:grpSpPr>
        <a:xfrm>
          <a:off x="0" y="0"/>
          <a:ext cx="0" cy="0"/>
          <a:chOff x="0" y="0"/>
          <a:chExt cx="0" cy="0"/>
        </a:xfrm>
      </p:grpSpPr>
      <p:sp>
        <p:nvSpPr>
          <p:cNvPr id="1500" name="Google Shape;1500;p40"/>
          <p:cNvSpPr txBox="1">
            <a:spLocks noGrp="1"/>
          </p:cNvSpPr>
          <p:nvPr>
            <p:ph type="title"/>
          </p:nvPr>
        </p:nvSpPr>
        <p:spPr>
          <a:xfrm>
            <a:off x="6396599" y="938817"/>
            <a:ext cx="5045757" cy="2709200"/>
          </a:xfrm>
          <a:prstGeom prst="rect">
            <a:avLst/>
          </a:prstGeom>
        </p:spPr>
        <p:txBody>
          <a:bodyPr spcFirstLastPara="1" wrap="square" lIns="121900" tIns="121900" rIns="121900" bIns="121900" anchor="ctr" anchorCtr="0">
            <a:noAutofit/>
          </a:bodyPr>
          <a:lstStyle/>
          <a:p>
            <a:r>
              <a:rPr lang="tr-TR" b="1" dirty="0">
                <a:latin typeface="+mj-lt"/>
              </a:rPr>
              <a:t>REFENRENCES</a:t>
            </a:r>
            <a:endParaRPr b="1" dirty="0">
              <a:latin typeface="+mj-lt"/>
            </a:endParaRPr>
          </a:p>
        </p:txBody>
      </p:sp>
      <p:sp>
        <p:nvSpPr>
          <p:cNvPr id="1501" name="Google Shape;1501;p40"/>
          <p:cNvSpPr txBox="1">
            <a:spLocks noGrp="1"/>
          </p:cNvSpPr>
          <p:nvPr>
            <p:ph type="subTitle" idx="1"/>
          </p:nvPr>
        </p:nvSpPr>
        <p:spPr>
          <a:xfrm>
            <a:off x="6528404" y="3201818"/>
            <a:ext cx="4420400" cy="3297837"/>
          </a:xfrm>
          <a:prstGeom prst="rect">
            <a:avLst/>
          </a:prstGeom>
        </p:spPr>
        <p:txBody>
          <a:bodyPr spcFirstLastPara="1" wrap="square" lIns="121900" tIns="0" rIns="121900" bIns="0" anchor="t" anchorCtr="0">
            <a:noAutofit/>
          </a:bodyPr>
          <a:lstStyle/>
          <a:p>
            <a:pPr marL="380990" indent="-380990">
              <a:buFont typeface="Arial" panose="020B0604020202020204" pitchFamily="34" charset="0"/>
              <a:buChar char="•"/>
            </a:pPr>
            <a:r>
              <a:rPr lang="tr-TR" dirty="0" err="1">
                <a:latin typeface="+mn-lt"/>
              </a:rPr>
              <a:t>Robotistan</a:t>
            </a:r>
            <a:endParaRPr lang="tr-TR" dirty="0">
              <a:latin typeface="+mn-lt"/>
            </a:endParaRPr>
          </a:p>
          <a:p>
            <a:pPr marL="380990" indent="-380990">
              <a:buFont typeface="Arial" panose="020B0604020202020204" pitchFamily="34" charset="0"/>
              <a:buChar char="•"/>
            </a:pPr>
            <a:r>
              <a:rPr lang="tr-TR" dirty="0">
                <a:latin typeface="+mn-lt"/>
              </a:rPr>
              <a:t>Google </a:t>
            </a:r>
            <a:r>
              <a:rPr lang="tr-TR" dirty="0" err="1">
                <a:latin typeface="+mn-lt"/>
              </a:rPr>
              <a:t>Images</a:t>
            </a:r>
            <a:endParaRPr lang="tr-TR" dirty="0">
              <a:latin typeface="+mn-lt"/>
            </a:endParaRPr>
          </a:p>
          <a:p>
            <a:pPr marL="380990" indent="-380990">
              <a:buFont typeface="Arial" panose="020B0604020202020204" pitchFamily="34" charset="0"/>
              <a:buChar char="•"/>
            </a:pPr>
            <a:r>
              <a:rPr lang="tr-TR" dirty="0">
                <a:latin typeface="+mn-lt"/>
                <a:hlinkClick r:id="rId3"/>
              </a:rPr>
              <a:t>https://app.arduino.cc/sketches/8f43a49f-aab5-494d-8dcf-c9f00e55a3c1?view-mode=preview</a:t>
            </a:r>
            <a:endParaRPr lang="tr-TR" dirty="0">
              <a:latin typeface="+mn-lt"/>
            </a:endParaRPr>
          </a:p>
          <a:p>
            <a:pPr marL="380990" indent="-380990">
              <a:buFont typeface="Arial" panose="020B0604020202020204" pitchFamily="34" charset="0"/>
              <a:buChar char="•"/>
            </a:pPr>
            <a:r>
              <a:rPr lang="tr-TR" dirty="0" err="1">
                <a:latin typeface="+mn-lt"/>
              </a:rPr>
              <a:t>Pololu</a:t>
            </a:r>
            <a:r>
              <a:rPr lang="tr-TR" dirty="0">
                <a:latin typeface="+mn-lt"/>
              </a:rPr>
              <a:t> QTR-8A </a:t>
            </a:r>
            <a:r>
              <a:rPr lang="tr-TR" dirty="0" err="1">
                <a:latin typeface="+mn-lt"/>
              </a:rPr>
              <a:t>Reflectance</a:t>
            </a:r>
            <a:r>
              <a:rPr lang="tr-TR" dirty="0">
                <a:latin typeface="+mn-lt"/>
              </a:rPr>
              <a:t> Sensor </a:t>
            </a:r>
            <a:r>
              <a:rPr lang="tr-TR" dirty="0" err="1">
                <a:latin typeface="+mn-lt"/>
              </a:rPr>
              <a:t>Array</a:t>
            </a:r>
            <a:r>
              <a:rPr lang="tr-TR" dirty="0">
                <a:latin typeface="+mn-lt"/>
              </a:rPr>
              <a:t> </a:t>
            </a:r>
            <a:r>
              <a:rPr lang="tr-TR" dirty="0" err="1">
                <a:latin typeface="+mn-lt"/>
              </a:rPr>
              <a:t>Datasheet</a:t>
            </a:r>
            <a:endParaRPr lang="tr-TR" dirty="0">
              <a:latin typeface="+mn-lt"/>
            </a:endParaRPr>
          </a:p>
          <a:p>
            <a:pPr marL="380990" indent="-380990">
              <a:buFont typeface="Arial" panose="020B0604020202020204" pitchFamily="34" charset="0"/>
              <a:buChar char="•"/>
            </a:pPr>
            <a:r>
              <a:rPr lang="tr-TR" dirty="0">
                <a:latin typeface="+mn-lt"/>
              </a:rPr>
              <a:t>•</a:t>
            </a:r>
            <a:r>
              <a:rPr lang="tr-TR" dirty="0" err="1">
                <a:latin typeface="+mn-lt"/>
              </a:rPr>
              <a:t>Pololu</a:t>
            </a:r>
            <a:r>
              <a:rPr lang="tr-TR" dirty="0">
                <a:latin typeface="+mn-lt"/>
              </a:rPr>
              <a:t>. (</a:t>
            </a:r>
            <a:r>
              <a:rPr lang="tr-TR" dirty="0" err="1">
                <a:latin typeface="+mn-lt"/>
              </a:rPr>
              <a:t>n.d</a:t>
            </a:r>
            <a:r>
              <a:rPr lang="tr-TR" dirty="0">
                <a:latin typeface="+mn-lt"/>
              </a:rPr>
              <a:t>.). QTR-8A </a:t>
            </a:r>
            <a:r>
              <a:rPr lang="tr-TR" dirty="0" err="1">
                <a:latin typeface="+mn-lt"/>
              </a:rPr>
              <a:t>Reflectance</a:t>
            </a:r>
            <a:r>
              <a:rPr lang="tr-TR" dirty="0">
                <a:latin typeface="+mn-lt"/>
              </a:rPr>
              <a:t> Sensor </a:t>
            </a:r>
            <a:r>
              <a:rPr lang="tr-TR" dirty="0" err="1">
                <a:latin typeface="+mn-lt"/>
              </a:rPr>
              <a:t>Array</a:t>
            </a:r>
            <a:r>
              <a:rPr lang="tr-TR" dirty="0">
                <a:latin typeface="+mn-lt"/>
              </a:rPr>
              <a:t>. </a:t>
            </a:r>
            <a:r>
              <a:rPr lang="tr-TR" dirty="0" err="1">
                <a:latin typeface="+mn-lt"/>
              </a:rPr>
              <a:t>Retrieved</a:t>
            </a:r>
            <a:r>
              <a:rPr lang="tr-TR" dirty="0">
                <a:latin typeface="+mn-lt"/>
              </a:rPr>
              <a:t> </a:t>
            </a:r>
            <a:r>
              <a:rPr lang="tr-TR" dirty="0" err="1">
                <a:latin typeface="+mn-lt"/>
              </a:rPr>
              <a:t>from</a:t>
            </a:r>
            <a:r>
              <a:rPr lang="tr-TR" dirty="0">
                <a:latin typeface="+mn-lt"/>
              </a:rPr>
              <a:t> </a:t>
            </a:r>
            <a:r>
              <a:rPr lang="tr-TR" dirty="0" err="1">
                <a:latin typeface="+mn-lt"/>
              </a:rPr>
              <a:t>Pololu</a:t>
            </a:r>
            <a:r>
              <a:rPr lang="tr-TR" dirty="0">
                <a:latin typeface="+mn-lt"/>
              </a:rPr>
              <a:t> Product </a:t>
            </a:r>
            <a:r>
              <a:rPr lang="tr-TR" dirty="0" err="1">
                <a:latin typeface="+mn-lt"/>
              </a:rPr>
              <a:t>Page</a:t>
            </a:r>
            <a:endParaRPr lang="tr-TR" dirty="0">
              <a:latin typeface="+mn-lt"/>
            </a:endParaRPr>
          </a:p>
          <a:p>
            <a:pPr marL="0" indent="0"/>
            <a:endParaRPr dirty="0"/>
          </a:p>
        </p:txBody>
      </p:sp>
      <p:pic>
        <p:nvPicPr>
          <p:cNvPr id="1502" name="Google Shape;1502;p40"/>
          <p:cNvPicPr preferRelativeResize="0"/>
          <p:nvPr/>
        </p:nvPicPr>
        <p:blipFill rotWithShape="1">
          <a:blip r:embed="rId4">
            <a:alphaModFix/>
          </a:blip>
          <a:srcRect r="39664"/>
          <a:stretch/>
        </p:blipFill>
        <p:spPr>
          <a:xfrm>
            <a:off x="591767" y="768568"/>
            <a:ext cx="5504232" cy="6089433"/>
          </a:xfrm>
          <a:prstGeom prst="rect">
            <a:avLst/>
          </a:prstGeom>
          <a:noFill/>
          <a:ln>
            <a:noFill/>
          </a:ln>
        </p:spPr>
      </p:pic>
    </p:spTree>
    <p:extLst>
      <p:ext uri="{BB962C8B-B14F-4D97-AF65-F5344CB8AC3E}">
        <p14:creationId xmlns:p14="http://schemas.microsoft.com/office/powerpoint/2010/main" val="2079839648"/>
      </p:ext>
    </p:extLst>
  </p:cSld>
  <p:clrMapOvr>
    <a:masterClrMapping/>
  </p:clrMapOvr>
</p:sld>
</file>

<file path=ppt/theme/theme1.xml><?xml version="1.0" encoding="utf-8"?>
<a:theme xmlns:a="http://schemas.openxmlformats.org/drawingml/2006/main" name="Racing training school center by Slidesgo">
  <a:themeElements>
    <a:clrScheme name="Simple Light">
      <a:dk1>
        <a:srgbClr val="000000"/>
      </a:dk1>
      <a:lt1>
        <a:srgbClr val="FFFFFF"/>
      </a:lt1>
      <a:dk2>
        <a:srgbClr val="CCCCCC"/>
      </a:dk2>
      <a:lt2>
        <a:srgbClr val="1E1E1E"/>
      </a:lt2>
      <a:accent1>
        <a:srgbClr val="DC2525"/>
      </a:accent1>
      <a:accent2>
        <a:srgbClr val="FFA700"/>
      </a:accent2>
      <a:accent3>
        <a:srgbClr val="3A8BA0"/>
      </a:accent3>
      <a:accent4>
        <a:srgbClr val="93C47D"/>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943</Words>
  <Application>Microsoft Office PowerPoint</Application>
  <PresentationFormat>Geniş ekran</PresentationFormat>
  <Paragraphs>131</Paragraphs>
  <Slides>10</Slides>
  <Notes>10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10</vt:i4>
      </vt:variant>
    </vt:vector>
  </HeadingPairs>
  <TitlesOfParts>
    <vt:vector size="17" baseType="lpstr">
      <vt:lpstr>Anaheim</vt:lpstr>
      <vt:lpstr>Arial</vt:lpstr>
      <vt:lpstr>Calibri</vt:lpstr>
      <vt:lpstr>Jost</vt:lpstr>
      <vt:lpstr>Krona One</vt:lpstr>
      <vt:lpstr>Lato</vt:lpstr>
      <vt:lpstr>Racing training school center by Slidesgo</vt:lpstr>
      <vt:lpstr>PID LINE FOLLOWING CAR</vt:lpstr>
      <vt:lpstr>INTRODUCTION</vt:lpstr>
      <vt:lpstr>OBJECTIVES AND GOALS</vt:lpstr>
      <vt:lpstr>PowerPoint Sunusu</vt:lpstr>
      <vt:lpstr>OUR ELECTRICAL SYSTEM</vt:lpstr>
      <vt:lpstr>CODES</vt:lpstr>
      <vt:lpstr>CODES</vt:lpstr>
      <vt:lpstr>COST ANALYST</vt:lpstr>
      <vt:lpstr>FUTURE DEVELOPMENTS</vt:lpstr>
      <vt:lpstr>REFENRENCES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Asus</dc:creator>
  <cp:lastModifiedBy>Ozan Tunca</cp:lastModifiedBy>
  <cp:revision>4</cp:revision>
  <dcterms:created xsi:type="dcterms:W3CDTF">2024-06-06T23:34:39Z</dcterms:created>
  <dcterms:modified xsi:type="dcterms:W3CDTF">2026-02-16T12:46:05Z</dcterms:modified>
</cp:coreProperties>
</file>